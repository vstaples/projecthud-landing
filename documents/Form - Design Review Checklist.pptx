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17FEFD-C836-4C3E-BBE5-828C4F440685}" v="27" dt="2026-03-31T00:48:51.7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13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ughn Staples" userId="9a5933822faaa4bf" providerId="LiveId" clId="{BB914C8C-BCA1-484B-9A1F-EBF33ADB071F}"/>
    <pc:docChg chg="modSld">
      <pc:chgData name="Vaughn Staples" userId="9a5933822faaa4bf" providerId="LiveId" clId="{BB914C8C-BCA1-484B-9A1F-EBF33ADB071F}" dt="2026-03-31T00:48:51.720" v="93"/>
      <pc:docMkLst>
        <pc:docMk/>
      </pc:docMkLst>
      <pc:sldChg chg="addSp modSp mod">
        <pc:chgData name="Vaughn Staples" userId="9a5933822faaa4bf" providerId="LiveId" clId="{BB914C8C-BCA1-484B-9A1F-EBF33ADB071F}" dt="2026-03-31T00:48:51.720" v="93"/>
        <pc:sldMkLst>
          <pc:docMk/>
          <pc:sldMk cId="3084342273" sldId="256"/>
        </pc:sldMkLst>
        <pc:spChg chg="add mod">
          <ac:chgData name="Vaughn Staples" userId="9a5933822faaa4bf" providerId="LiveId" clId="{BB914C8C-BCA1-484B-9A1F-EBF33ADB071F}" dt="2026-03-31T00:40:45.999" v="5" actId="14100"/>
          <ac:spMkLst>
            <pc:docMk/>
            <pc:sldMk cId="3084342273" sldId="256"/>
            <ac:spMk id="2" creationId="{8A0ECFB9-EAE2-A85C-8709-907801A96952}"/>
          </ac:spMkLst>
        </pc:spChg>
        <pc:spChg chg="add mod">
          <ac:chgData name="Vaughn Staples" userId="9a5933822faaa4bf" providerId="LiveId" clId="{BB914C8C-BCA1-484B-9A1F-EBF33ADB071F}" dt="2026-03-31T00:40:54.128" v="7" actId="14100"/>
          <ac:spMkLst>
            <pc:docMk/>
            <pc:sldMk cId="3084342273" sldId="256"/>
            <ac:spMk id="3" creationId="{067B33D9-7270-DD7F-A5CD-A72C76E14DE7}"/>
          </ac:spMkLst>
        </pc:spChg>
        <pc:spChg chg="add mod">
          <ac:chgData name="Vaughn Staples" userId="9a5933822faaa4bf" providerId="LiveId" clId="{BB914C8C-BCA1-484B-9A1F-EBF33ADB071F}" dt="2026-03-31T00:41:05.626" v="10" actId="14100"/>
          <ac:spMkLst>
            <pc:docMk/>
            <pc:sldMk cId="3084342273" sldId="256"/>
            <ac:spMk id="4" creationId="{74121A6A-109B-09FD-0620-3282B8B65A82}"/>
          </ac:spMkLst>
        </pc:spChg>
        <pc:spChg chg="add mod">
          <ac:chgData name="Vaughn Staples" userId="9a5933822faaa4bf" providerId="LiveId" clId="{BB914C8C-BCA1-484B-9A1F-EBF33ADB071F}" dt="2026-03-31T00:41:54.422" v="22" actId="1076"/>
          <ac:spMkLst>
            <pc:docMk/>
            <pc:sldMk cId="3084342273" sldId="256"/>
            <ac:spMk id="5" creationId="{BC0D058A-E606-260E-96B5-9CE23A8CECEF}"/>
          </ac:spMkLst>
        </pc:spChg>
        <pc:spChg chg="add mod">
          <ac:chgData name="Vaughn Staples" userId="9a5933822faaa4bf" providerId="LiveId" clId="{BB914C8C-BCA1-484B-9A1F-EBF33ADB071F}" dt="2026-03-31T00:48:51.720" v="93"/>
          <ac:spMkLst>
            <pc:docMk/>
            <pc:sldMk cId="3084342273" sldId="256"/>
            <ac:spMk id="6" creationId="{86F7597E-092D-C7A1-DD59-FB31C2296D79}"/>
          </ac:spMkLst>
        </pc:spChg>
        <pc:spChg chg="mod">
          <ac:chgData name="Vaughn Staples" userId="9a5933822faaa4bf" providerId="LiveId" clId="{BB914C8C-BCA1-484B-9A1F-EBF33ADB071F}" dt="2026-03-31T00:38:10.129" v="0" actId="1036"/>
          <ac:spMkLst>
            <pc:docMk/>
            <pc:sldMk cId="3084342273" sldId="256"/>
            <ac:spMk id="15" creationId="{311FBBA8-02FC-B750-B91C-801147680724}"/>
          </ac:spMkLst>
        </pc:spChg>
      </pc:sldChg>
      <pc:sldChg chg="addSp modSp mod">
        <pc:chgData name="Vaughn Staples" userId="9a5933822faaa4bf" providerId="LiveId" clId="{BB914C8C-BCA1-484B-9A1F-EBF33ADB071F}" dt="2026-03-31T00:48:46.555" v="91"/>
        <pc:sldMkLst>
          <pc:docMk/>
          <pc:sldMk cId="1114002744" sldId="257"/>
        </pc:sldMkLst>
        <pc:spChg chg="add mod">
          <ac:chgData name="Vaughn Staples" userId="9a5933822faaa4bf" providerId="LiveId" clId="{BB914C8C-BCA1-484B-9A1F-EBF33ADB071F}" dt="2026-03-31T00:45:11.373" v="42" actId="14100"/>
          <ac:spMkLst>
            <pc:docMk/>
            <pc:sldMk cId="1114002744" sldId="257"/>
            <ac:spMk id="2" creationId="{6227C905-6059-ACBE-C53B-5EB83A343F7A}"/>
          </ac:spMkLst>
        </pc:spChg>
        <pc:spChg chg="add mod">
          <ac:chgData name="Vaughn Staples" userId="9a5933822faaa4bf" providerId="LiveId" clId="{BB914C8C-BCA1-484B-9A1F-EBF33ADB071F}" dt="2026-03-31T00:45:28.832" v="48" actId="1037"/>
          <ac:spMkLst>
            <pc:docMk/>
            <pc:sldMk cId="1114002744" sldId="257"/>
            <ac:spMk id="3" creationId="{6EF91083-9771-8E9C-9D37-4190CC29D5B3}"/>
          </ac:spMkLst>
        </pc:spChg>
        <pc:spChg chg="add mod">
          <ac:chgData name="Vaughn Staples" userId="9a5933822faaa4bf" providerId="LiveId" clId="{BB914C8C-BCA1-484B-9A1F-EBF33ADB071F}" dt="2026-03-31T00:45:23.922" v="47" actId="1037"/>
          <ac:spMkLst>
            <pc:docMk/>
            <pc:sldMk cId="1114002744" sldId="257"/>
            <ac:spMk id="4" creationId="{B24E3E51-65A4-5A53-A36D-BE6BD19DAD94}"/>
          </ac:spMkLst>
        </pc:spChg>
        <pc:spChg chg="add mod">
          <ac:chgData name="Vaughn Staples" userId="9a5933822faaa4bf" providerId="LiveId" clId="{BB914C8C-BCA1-484B-9A1F-EBF33ADB071F}" dt="2026-03-31T00:47:02.928" v="63" actId="1038"/>
          <ac:spMkLst>
            <pc:docMk/>
            <pc:sldMk cId="1114002744" sldId="257"/>
            <ac:spMk id="6" creationId="{75151F0C-E937-5B8B-E0D0-84DAAB9EF38D}"/>
          </ac:spMkLst>
        </pc:spChg>
        <pc:spChg chg="add mod">
          <ac:chgData name="Vaughn Staples" userId="9a5933822faaa4bf" providerId="LiveId" clId="{BB914C8C-BCA1-484B-9A1F-EBF33ADB071F}" dt="2026-03-31T00:46:53.535" v="60" actId="14100"/>
          <ac:spMkLst>
            <pc:docMk/>
            <pc:sldMk cId="1114002744" sldId="257"/>
            <ac:spMk id="7" creationId="{E30A9BC1-24A4-46DD-7D23-96805B38AF66}"/>
          </ac:spMkLst>
        </pc:spChg>
        <pc:spChg chg="add mod">
          <ac:chgData name="Vaughn Staples" userId="9a5933822faaa4bf" providerId="LiveId" clId="{BB914C8C-BCA1-484B-9A1F-EBF33ADB071F}" dt="2026-03-31T00:46:58.566" v="62" actId="14100"/>
          <ac:spMkLst>
            <pc:docMk/>
            <pc:sldMk cId="1114002744" sldId="257"/>
            <ac:spMk id="8" creationId="{E732F19C-621B-7ADC-6B5E-B14359C3371C}"/>
          </ac:spMkLst>
        </pc:spChg>
        <pc:spChg chg="add mod">
          <ac:chgData name="Vaughn Staples" userId="9a5933822faaa4bf" providerId="LiveId" clId="{BB914C8C-BCA1-484B-9A1F-EBF33ADB071F}" dt="2026-03-31T00:48:46.555" v="91"/>
          <ac:spMkLst>
            <pc:docMk/>
            <pc:sldMk cId="1114002744" sldId="257"/>
            <ac:spMk id="9" creationId="{9C97C392-F3E4-7957-2A39-20C8F3BAA0DA}"/>
          </ac:spMkLst>
        </pc:spChg>
      </pc:sldChg>
      <pc:sldChg chg="addSp modSp mod">
        <pc:chgData name="Vaughn Staples" userId="9a5933822faaa4bf" providerId="LiveId" clId="{BB914C8C-BCA1-484B-9A1F-EBF33ADB071F}" dt="2026-03-31T00:48:35.129" v="90" actId="14100"/>
        <pc:sldMkLst>
          <pc:docMk/>
          <pc:sldMk cId="2051020928" sldId="258"/>
        </pc:sldMkLst>
        <pc:spChg chg="add mod">
          <ac:chgData name="Vaughn Staples" userId="9a5933822faaa4bf" providerId="LiveId" clId="{BB914C8C-BCA1-484B-9A1F-EBF33ADB071F}" dt="2026-03-31T00:47:28.161" v="67" actId="14100"/>
          <ac:spMkLst>
            <pc:docMk/>
            <pc:sldMk cId="2051020928" sldId="258"/>
            <ac:spMk id="2" creationId="{FC99E433-3AAE-272C-18B9-622E9D490BA0}"/>
          </ac:spMkLst>
        </pc:spChg>
        <pc:spChg chg="add mod">
          <ac:chgData name="Vaughn Staples" userId="9a5933822faaa4bf" providerId="LiveId" clId="{BB914C8C-BCA1-484B-9A1F-EBF33ADB071F}" dt="2026-03-31T00:47:38.746" v="75" actId="1035"/>
          <ac:spMkLst>
            <pc:docMk/>
            <pc:sldMk cId="2051020928" sldId="258"/>
            <ac:spMk id="3" creationId="{6BC28244-E713-9AC9-8BA8-5D0186788696}"/>
          </ac:spMkLst>
        </pc:spChg>
        <pc:spChg chg="add mod">
          <ac:chgData name="Vaughn Staples" userId="9a5933822faaa4bf" providerId="LiveId" clId="{BB914C8C-BCA1-484B-9A1F-EBF33ADB071F}" dt="2026-03-31T00:47:51.251" v="79" actId="1037"/>
          <ac:spMkLst>
            <pc:docMk/>
            <pc:sldMk cId="2051020928" sldId="258"/>
            <ac:spMk id="4" creationId="{D162F715-50C5-EC85-0570-5BBF5EC88745}"/>
          </ac:spMkLst>
        </pc:spChg>
        <pc:spChg chg="add mod">
          <ac:chgData name="Vaughn Staples" userId="9a5933822faaa4bf" providerId="LiveId" clId="{BB914C8C-BCA1-484B-9A1F-EBF33ADB071F}" dt="2026-03-31T00:47:55.107" v="81" actId="571"/>
          <ac:spMkLst>
            <pc:docMk/>
            <pc:sldMk cId="2051020928" sldId="258"/>
            <ac:spMk id="7" creationId="{BE8041D8-13C2-56CE-FD0B-693C105FD574}"/>
          </ac:spMkLst>
        </pc:spChg>
        <pc:spChg chg="add mod">
          <ac:chgData name="Vaughn Staples" userId="9a5933822faaa4bf" providerId="LiveId" clId="{BB914C8C-BCA1-484B-9A1F-EBF33ADB071F}" dt="2026-03-31T00:48:22.111" v="88" actId="14100"/>
          <ac:spMkLst>
            <pc:docMk/>
            <pc:sldMk cId="2051020928" sldId="258"/>
            <ac:spMk id="8" creationId="{9E08B654-2879-C634-05E2-13782CDBA4E5}"/>
          </ac:spMkLst>
        </pc:spChg>
        <pc:spChg chg="add mod">
          <ac:chgData name="Vaughn Staples" userId="9a5933822faaa4bf" providerId="LiveId" clId="{BB914C8C-BCA1-484B-9A1F-EBF33ADB071F}" dt="2026-03-31T00:48:35.129" v="90" actId="14100"/>
          <ac:spMkLst>
            <pc:docMk/>
            <pc:sldMk cId="2051020928" sldId="258"/>
            <ac:spMk id="9" creationId="{DEFB0825-B904-1EAA-A19D-6D6D85A5705F}"/>
          </ac:spMkLst>
        </pc:spChg>
        <pc:picChg chg="add mod">
          <ac:chgData name="Vaughn Staples" userId="9a5933822faaa4bf" providerId="LiveId" clId="{BB914C8C-BCA1-484B-9A1F-EBF33ADB071F}" dt="2026-03-31T00:47:55.107" v="81" actId="571"/>
          <ac:picMkLst>
            <pc:docMk/>
            <pc:sldMk cId="2051020928" sldId="258"/>
            <ac:picMk id="6" creationId="{9FDA458E-9715-81DF-2EA8-AA3B5074543E}"/>
          </ac:picMkLst>
        </pc:picChg>
      </pc:sldChg>
      <pc:sldChg chg="addSp modSp mod">
        <pc:chgData name="Vaughn Staples" userId="9a5933822faaa4bf" providerId="LiveId" clId="{BB914C8C-BCA1-484B-9A1F-EBF33ADB071F}" dt="2026-03-31T00:48:48.671" v="92"/>
        <pc:sldMkLst>
          <pc:docMk/>
          <pc:sldMk cId="3884556505" sldId="259"/>
        </pc:sldMkLst>
        <pc:spChg chg="add mod">
          <ac:chgData name="Vaughn Staples" userId="9a5933822faaa4bf" providerId="LiveId" clId="{BB914C8C-BCA1-484B-9A1F-EBF33ADB071F}" dt="2026-03-31T00:41:49.849" v="21" actId="1076"/>
          <ac:spMkLst>
            <pc:docMk/>
            <pc:sldMk cId="3884556505" sldId="259"/>
            <ac:spMk id="2" creationId="{ABEE20B2-750E-17A6-4B11-43FC4D3E3116}"/>
          </ac:spMkLst>
        </pc:spChg>
        <pc:spChg chg="add mod">
          <ac:chgData name="Vaughn Staples" userId="9a5933822faaa4bf" providerId="LiveId" clId="{BB914C8C-BCA1-484B-9A1F-EBF33ADB071F}" dt="2026-03-31T00:41:46.377" v="20" actId="14100"/>
          <ac:spMkLst>
            <pc:docMk/>
            <pc:sldMk cId="3884556505" sldId="259"/>
            <ac:spMk id="3" creationId="{E3BD3877-0D9F-0409-DF6F-29252F9A0D11}"/>
          </ac:spMkLst>
        </pc:spChg>
        <pc:spChg chg="add mod">
          <ac:chgData name="Vaughn Staples" userId="9a5933822faaa4bf" providerId="LiveId" clId="{BB914C8C-BCA1-484B-9A1F-EBF33ADB071F}" dt="2026-03-31T00:44:32.197" v="38" actId="14100"/>
          <ac:spMkLst>
            <pc:docMk/>
            <pc:sldMk cId="3884556505" sldId="259"/>
            <ac:spMk id="4" creationId="{7595C719-8B23-A8D8-61C6-340CAD187099}"/>
          </ac:spMkLst>
        </pc:spChg>
        <pc:spChg chg="add mod">
          <ac:chgData name="Vaughn Staples" userId="9a5933822faaa4bf" providerId="LiveId" clId="{BB914C8C-BCA1-484B-9A1F-EBF33ADB071F}" dt="2026-03-31T00:42:54.976" v="37" actId="1038"/>
          <ac:spMkLst>
            <pc:docMk/>
            <pc:sldMk cId="3884556505" sldId="259"/>
            <ac:spMk id="6" creationId="{9724EA86-DC6F-D515-8610-68A13BE44785}"/>
          </ac:spMkLst>
        </pc:spChg>
        <pc:spChg chg="add mod">
          <ac:chgData name="Vaughn Staples" userId="9a5933822faaa4bf" providerId="LiveId" clId="{BB914C8C-BCA1-484B-9A1F-EBF33ADB071F}" dt="2026-03-31T00:42:25.751" v="29" actId="14100"/>
          <ac:spMkLst>
            <pc:docMk/>
            <pc:sldMk cId="3884556505" sldId="259"/>
            <ac:spMk id="7" creationId="{1AC93D02-53FA-94A4-0656-62CBCF914131}"/>
          </ac:spMkLst>
        </pc:spChg>
        <pc:spChg chg="add mod">
          <ac:chgData name="Vaughn Staples" userId="9a5933822faaa4bf" providerId="LiveId" clId="{BB914C8C-BCA1-484B-9A1F-EBF33ADB071F}" dt="2026-03-31T00:42:39.922" v="32" actId="14100"/>
          <ac:spMkLst>
            <pc:docMk/>
            <pc:sldMk cId="3884556505" sldId="259"/>
            <ac:spMk id="8" creationId="{D6DC7F5A-C01F-981B-418B-3C30BF3B71BC}"/>
          </ac:spMkLst>
        </pc:spChg>
        <pc:spChg chg="add mod">
          <ac:chgData name="Vaughn Staples" userId="9a5933822faaa4bf" providerId="LiveId" clId="{BB914C8C-BCA1-484B-9A1F-EBF33ADB071F}" dt="2026-03-31T00:42:51.150" v="36" actId="14100"/>
          <ac:spMkLst>
            <pc:docMk/>
            <pc:sldMk cId="3884556505" sldId="259"/>
            <ac:spMk id="9" creationId="{0CC70366-6F94-8D1E-4572-50C16B4C54EA}"/>
          </ac:spMkLst>
        </pc:spChg>
        <pc:spChg chg="add mod">
          <ac:chgData name="Vaughn Staples" userId="9a5933822faaa4bf" providerId="LiveId" clId="{BB914C8C-BCA1-484B-9A1F-EBF33ADB071F}" dt="2026-03-31T00:48:48.671" v="92"/>
          <ac:spMkLst>
            <pc:docMk/>
            <pc:sldMk cId="3884556505" sldId="259"/>
            <ac:spMk id="10" creationId="{E852992B-AED2-CB95-ABD9-7BBDE425B4A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462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596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491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49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506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33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50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908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8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51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558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930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F001783-F2D2-EB55-1300-69A2F135D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1"/>
            <a:ext cx="6858000" cy="890015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11FBBA8-02FC-B750-B91C-801147680724}"/>
              </a:ext>
            </a:extLst>
          </p:cNvPr>
          <p:cNvSpPr/>
          <p:nvPr/>
        </p:nvSpPr>
        <p:spPr>
          <a:xfrm>
            <a:off x="777240" y="1072514"/>
            <a:ext cx="4015740" cy="1797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D27279-3480-AAF0-D36E-ADC37B5E0D41}"/>
              </a:ext>
            </a:extLst>
          </p:cNvPr>
          <p:cNvSpPr/>
          <p:nvPr/>
        </p:nvSpPr>
        <p:spPr>
          <a:xfrm>
            <a:off x="777240" y="1576069"/>
            <a:ext cx="4015740" cy="1797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009834-5F5A-0DE4-B989-B01086B379A6}"/>
              </a:ext>
            </a:extLst>
          </p:cNvPr>
          <p:cNvSpPr/>
          <p:nvPr/>
        </p:nvSpPr>
        <p:spPr>
          <a:xfrm>
            <a:off x="777240" y="2104069"/>
            <a:ext cx="4015740" cy="1797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2CCDDC-6962-2653-BC5F-83FE27920D9C}"/>
              </a:ext>
            </a:extLst>
          </p:cNvPr>
          <p:cNvSpPr/>
          <p:nvPr/>
        </p:nvSpPr>
        <p:spPr>
          <a:xfrm>
            <a:off x="777240" y="2597150"/>
            <a:ext cx="4015740" cy="204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86660B-0B89-8DEE-24EF-5CE27BCE6F08}"/>
              </a:ext>
            </a:extLst>
          </p:cNvPr>
          <p:cNvSpPr/>
          <p:nvPr/>
        </p:nvSpPr>
        <p:spPr>
          <a:xfrm>
            <a:off x="777239" y="3114675"/>
            <a:ext cx="5133023" cy="204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850217-C055-E13E-553D-EC22331666E3}"/>
              </a:ext>
            </a:extLst>
          </p:cNvPr>
          <p:cNvSpPr/>
          <p:nvPr/>
        </p:nvSpPr>
        <p:spPr>
          <a:xfrm>
            <a:off x="777239" y="3337876"/>
            <a:ext cx="5133023" cy="204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EDEC3B-2C9A-704C-A86E-179C92430FE3}"/>
              </a:ext>
            </a:extLst>
          </p:cNvPr>
          <p:cNvSpPr/>
          <p:nvPr/>
        </p:nvSpPr>
        <p:spPr>
          <a:xfrm>
            <a:off x="3057525" y="3022127"/>
            <a:ext cx="3023236" cy="204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0ECFB9-EAE2-A85C-8709-907801A96952}"/>
              </a:ext>
            </a:extLst>
          </p:cNvPr>
          <p:cNvSpPr/>
          <p:nvPr/>
        </p:nvSpPr>
        <p:spPr>
          <a:xfrm>
            <a:off x="2895600" y="6853716"/>
            <a:ext cx="3023236" cy="337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B33D9-7270-DD7F-A5CD-A72C76E14DE7}"/>
              </a:ext>
            </a:extLst>
          </p:cNvPr>
          <p:cNvSpPr/>
          <p:nvPr/>
        </p:nvSpPr>
        <p:spPr>
          <a:xfrm>
            <a:off x="5262563" y="7282341"/>
            <a:ext cx="1237298" cy="337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121A6A-109B-09FD-0620-3282B8B65A82}"/>
              </a:ext>
            </a:extLst>
          </p:cNvPr>
          <p:cNvSpPr/>
          <p:nvPr/>
        </p:nvSpPr>
        <p:spPr>
          <a:xfrm>
            <a:off x="476250" y="7113511"/>
            <a:ext cx="700088" cy="1068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0D058A-E606-260E-96B5-9CE23A8CECEF}"/>
              </a:ext>
            </a:extLst>
          </p:cNvPr>
          <p:cNvSpPr/>
          <p:nvPr/>
        </p:nvSpPr>
        <p:spPr>
          <a:xfrm>
            <a:off x="477201" y="4160200"/>
            <a:ext cx="700088" cy="26839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F7597E-092D-C7A1-DD59-FB31C2296D79}"/>
              </a:ext>
            </a:extLst>
          </p:cNvPr>
          <p:cNvSpPr/>
          <p:nvPr/>
        </p:nvSpPr>
        <p:spPr>
          <a:xfrm>
            <a:off x="4608512" y="371343"/>
            <a:ext cx="2084388" cy="8065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342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2B7EC7-5673-FE19-9075-455BABFB3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30579"/>
            <a:ext cx="6858002" cy="888284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BEE20B2-750E-17A6-4B11-43FC4D3E3116}"/>
              </a:ext>
            </a:extLst>
          </p:cNvPr>
          <p:cNvSpPr/>
          <p:nvPr/>
        </p:nvSpPr>
        <p:spPr>
          <a:xfrm>
            <a:off x="495300" y="5400675"/>
            <a:ext cx="700088" cy="1657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BD3877-0D9F-0409-DF6F-29252F9A0D11}"/>
              </a:ext>
            </a:extLst>
          </p:cNvPr>
          <p:cNvSpPr/>
          <p:nvPr/>
        </p:nvSpPr>
        <p:spPr>
          <a:xfrm>
            <a:off x="2900363" y="6186488"/>
            <a:ext cx="2881311" cy="176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95C719-8B23-A8D8-61C6-340CAD187099}"/>
              </a:ext>
            </a:extLst>
          </p:cNvPr>
          <p:cNvSpPr/>
          <p:nvPr/>
        </p:nvSpPr>
        <p:spPr>
          <a:xfrm>
            <a:off x="495300" y="3111500"/>
            <a:ext cx="700088" cy="1993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24EA86-DC6F-D515-8610-68A13BE44785}"/>
              </a:ext>
            </a:extLst>
          </p:cNvPr>
          <p:cNvSpPr/>
          <p:nvPr/>
        </p:nvSpPr>
        <p:spPr>
          <a:xfrm>
            <a:off x="501650" y="1156583"/>
            <a:ext cx="700088" cy="1402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C93D02-53FA-94A4-0656-62CBCF914131}"/>
              </a:ext>
            </a:extLst>
          </p:cNvPr>
          <p:cNvSpPr/>
          <p:nvPr/>
        </p:nvSpPr>
        <p:spPr>
          <a:xfrm>
            <a:off x="3911600" y="1581149"/>
            <a:ext cx="2673350" cy="9779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DC7F5A-C01F-981B-418B-3C30BF3B71BC}"/>
              </a:ext>
            </a:extLst>
          </p:cNvPr>
          <p:cNvSpPr/>
          <p:nvPr/>
        </p:nvSpPr>
        <p:spPr>
          <a:xfrm>
            <a:off x="3587750" y="1368866"/>
            <a:ext cx="1600200" cy="2122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C70366-6F94-8D1E-4572-50C16B4C54EA}"/>
              </a:ext>
            </a:extLst>
          </p:cNvPr>
          <p:cNvSpPr/>
          <p:nvPr/>
        </p:nvSpPr>
        <p:spPr>
          <a:xfrm>
            <a:off x="4622800" y="1098551"/>
            <a:ext cx="2159000" cy="312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52992B-AED2-CB95-ABD9-7BBDE425B4A0}"/>
              </a:ext>
            </a:extLst>
          </p:cNvPr>
          <p:cNvSpPr/>
          <p:nvPr/>
        </p:nvSpPr>
        <p:spPr>
          <a:xfrm>
            <a:off x="4608512" y="371343"/>
            <a:ext cx="2084388" cy="8065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56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C25BAB-5DE5-0C5A-784F-DC5C01824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19871"/>
            <a:ext cx="6858002" cy="89042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227C905-6059-ACBE-C53B-5EB83A343F7A}"/>
              </a:ext>
            </a:extLst>
          </p:cNvPr>
          <p:cNvSpPr/>
          <p:nvPr/>
        </p:nvSpPr>
        <p:spPr>
          <a:xfrm>
            <a:off x="1003300" y="1663700"/>
            <a:ext cx="700088" cy="1181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F91083-9771-8E9C-9D37-4190CC29D5B3}"/>
              </a:ext>
            </a:extLst>
          </p:cNvPr>
          <p:cNvSpPr/>
          <p:nvPr/>
        </p:nvSpPr>
        <p:spPr>
          <a:xfrm>
            <a:off x="990600" y="3219450"/>
            <a:ext cx="700088" cy="742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4E3E51-65A4-5A53-A36D-BE6BD19DAD94}"/>
              </a:ext>
            </a:extLst>
          </p:cNvPr>
          <p:cNvSpPr/>
          <p:nvPr/>
        </p:nvSpPr>
        <p:spPr>
          <a:xfrm>
            <a:off x="2438400" y="3219450"/>
            <a:ext cx="2533650" cy="742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51F0C-E937-5B8B-E0D0-84DAAB9EF38D}"/>
              </a:ext>
            </a:extLst>
          </p:cNvPr>
          <p:cNvSpPr/>
          <p:nvPr/>
        </p:nvSpPr>
        <p:spPr>
          <a:xfrm>
            <a:off x="965200" y="6137276"/>
            <a:ext cx="700088" cy="20923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0A9BC1-24A4-46DD-7D23-96805B38AF66}"/>
              </a:ext>
            </a:extLst>
          </p:cNvPr>
          <p:cNvSpPr/>
          <p:nvPr/>
        </p:nvSpPr>
        <p:spPr>
          <a:xfrm>
            <a:off x="2088356" y="8128000"/>
            <a:ext cx="2883694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32F19C-621B-7ADC-6B5E-B14359C3371C}"/>
              </a:ext>
            </a:extLst>
          </p:cNvPr>
          <p:cNvSpPr/>
          <p:nvPr/>
        </p:nvSpPr>
        <p:spPr>
          <a:xfrm>
            <a:off x="4298949" y="7981950"/>
            <a:ext cx="1331913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7C392-F3E4-7957-2A39-20C8F3BAA0DA}"/>
              </a:ext>
            </a:extLst>
          </p:cNvPr>
          <p:cNvSpPr/>
          <p:nvPr/>
        </p:nvSpPr>
        <p:spPr>
          <a:xfrm>
            <a:off x="4608512" y="371343"/>
            <a:ext cx="2084388" cy="8065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002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DADB18-22E2-219D-028C-323D4B898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30000"/>
            <a:ext cx="6858002" cy="8884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C99E433-3AAE-272C-18B9-622E9D490BA0}"/>
              </a:ext>
            </a:extLst>
          </p:cNvPr>
          <p:cNvSpPr/>
          <p:nvPr/>
        </p:nvSpPr>
        <p:spPr>
          <a:xfrm>
            <a:off x="603250" y="1851026"/>
            <a:ext cx="700088" cy="2435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C28244-E713-9AC9-8BA8-5D0186788696}"/>
              </a:ext>
            </a:extLst>
          </p:cNvPr>
          <p:cNvSpPr/>
          <p:nvPr/>
        </p:nvSpPr>
        <p:spPr>
          <a:xfrm>
            <a:off x="1365250" y="4044950"/>
            <a:ext cx="1047750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62F715-50C5-EC85-0570-5BBF5EC88745}"/>
              </a:ext>
            </a:extLst>
          </p:cNvPr>
          <p:cNvSpPr/>
          <p:nvPr/>
        </p:nvSpPr>
        <p:spPr>
          <a:xfrm>
            <a:off x="666750" y="774612"/>
            <a:ext cx="1047750" cy="8065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08B654-2879-C634-05E2-13782CDBA4E5}"/>
              </a:ext>
            </a:extLst>
          </p:cNvPr>
          <p:cNvSpPr/>
          <p:nvPr/>
        </p:nvSpPr>
        <p:spPr>
          <a:xfrm>
            <a:off x="3428999" y="995364"/>
            <a:ext cx="1171575" cy="2182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FB0825-B904-1EAA-A19D-6D6D85A5705F}"/>
              </a:ext>
            </a:extLst>
          </p:cNvPr>
          <p:cNvSpPr/>
          <p:nvPr/>
        </p:nvSpPr>
        <p:spPr>
          <a:xfrm>
            <a:off x="4608512" y="371343"/>
            <a:ext cx="2084388" cy="8065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020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2020</TotalTime>
  <Words>0</Words>
  <Application>Microsoft Office PowerPoint</Application>
  <PresentationFormat>Letter Paper (8.5x11 in)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Vaughn Staples</dc:creator>
  <cp:lastModifiedBy>Vaughn Staples</cp:lastModifiedBy>
  <cp:revision>1</cp:revision>
  <dcterms:created xsi:type="dcterms:W3CDTF">2026-03-29T15:05:52Z</dcterms:created>
  <dcterms:modified xsi:type="dcterms:W3CDTF">2026-03-31T00:49:01Z</dcterms:modified>
</cp:coreProperties>
</file>