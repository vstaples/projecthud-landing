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56" r:id="rId10"/>
    <p:sldId id="25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n Staples" userId="9a5933822faaa4bf" providerId="LiveId" clId="{BB914C8C-BCA1-484B-9A1F-EBF33ADB071F}"/>
    <pc:docChg chg="modSld">
      <pc:chgData name="Vaughn Staples" userId="9a5933822faaa4bf" providerId="LiveId" clId="{BB914C8C-BCA1-484B-9A1F-EBF33ADB071F}" dt="2026-03-24T08:29:33.148" v="1" actId="14100"/>
      <pc:docMkLst>
        <pc:docMk/>
      </pc:docMkLst>
      <pc:sldChg chg="modSp mod">
        <pc:chgData name="Vaughn Staples" userId="9a5933822faaa4bf" providerId="LiveId" clId="{BB914C8C-BCA1-484B-9A1F-EBF33ADB071F}" dt="2026-03-24T08:29:33.148" v="1" actId="14100"/>
        <pc:sldMkLst>
          <pc:docMk/>
          <pc:sldMk cId="2488584234" sldId="256"/>
        </pc:sldMkLst>
        <pc:picChg chg="mod">
          <ac:chgData name="Vaughn Staples" userId="9a5933822faaa4bf" providerId="LiveId" clId="{BB914C8C-BCA1-484B-9A1F-EBF33ADB071F}" dt="2026-03-24T08:29:33.148" v="1" actId="14100"/>
          <ac:picMkLst>
            <pc:docMk/>
            <pc:sldMk cId="2488584234" sldId="256"/>
            <ac:picMk id="15" creationId="{15CF23CF-B192-018A-2EF7-EEDF6E3A9C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FFCD-348A-CBFC-9F81-684C9360D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CAE34-971C-0769-1B98-92673D3D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818E-D521-E401-2A43-73F40305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397CC-5BDD-6962-5759-477D04F0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FD0D-4F14-81E8-0E2A-797F0671A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4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7CE2-6F5F-7745-CAF3-C651DE78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0665D-814D-1708-0280-32568A7CA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17816-E156-96EC-83EF-A6FA8E8A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822B9-B16E-485F-038D-5D4497C2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2ACAA-96C3-C281-7DA4-68B10C19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3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6BF8-7252-3E49-F3BD-51F7B39CD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1ABFF-6883-A67B-0B81-3505DB8CE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6513-F961-631F-4404-072753FF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9385-A861-18D0-1520-4A496952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3A3CB-A62D-2A17-3FB9-3459FEEC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89A0-8046-695B-BC4C-DD8B1D827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A818-94FE-C8FC-795E-511A35833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96654-CD1A-B818-D857-06A794671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4A25A-41A5-A59E-122F-4CF44105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57823-2E02-7179-B57C-C13FC11D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C7AB9-FA0A-2A4C-2039-D5E20FD3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2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5F60-5EF6-E0BE-F500-BF0DB2A8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FD6DC-90F2-EEE6-ACF9-BB397A302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92564-6CD0-C199-0504-41C543C6A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00D29-1F57-9418-AE5D-262A1601F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4F113-6E20-ED2D-7234-A60C9841A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B8BA0-E8F3-2A4D-7DC7-65ECBDEB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8B7DB-BECB-180B-75DB-D45A64F4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33144-83FD-6F80-46F4-DA719337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9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DDEF-AB33-EC66-9036-B7A15EAD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10C7A9-74D2-0F13-8A6B-69598A02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A8C87-A9F1-3042-836E-2DCB62D7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4865D-8DA3-CC8C-C62B-72999317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66520-9631-0734-EAC0-53B2DA95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113D8-AE52-1D8D-5683-A4D71D05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0DE8-4607-AE1A-47E4-6729540D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6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08A8-13BB-8F65-4CAC-766CD8B7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843CC-A24F-CC1F-F9A6-387B71C5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DC163-B929-B9ED-641B-FDDCD5DAC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1835F-254E-5795-FACE-1B641866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824D6-1090-1107-5876-2A013499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35E65-FB52-86CF-7E0F-1B7B6F71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41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E555-0BC8-F7E3-F365-B1E300963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C4AB2-2E75-EB23-4892-47FB3A277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77D9D-B64B-E62B-09A6-70DE7F91F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7FEEA-362A-CA23-6F27-176AFA5F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1DE1D-1E74-779C-A064-86B3318C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CEF67-39AB-150D-677B-FC876FB0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7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3CB8-FF7F-C329-22AA-1534CE1E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3C53B-6E3F-CBB7-BFB8-3457A2217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EFFB-B38C-A478-1D7B-52B882DA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CDA36-B9CE-7ED1-626C-A71E99EF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08E6-C1F5-C3B2-F817-391B355C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75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A027C-E015-28B8-6B25-2F8263341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1F1F2-1E09-224A-EBA0-A41E0EDC4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63936-8129-4407-A32F-2EE94CDE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24CE-9693-928F-FD7B-7E2D7DBE2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B6946-1706-806C-9708-EAA682E5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8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DE305-A080-7640-AF52-D2948EE4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31CF6-AA78-4B47-02E8-8066CBF87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2E8B1-14DB-FDE5-B6CE-C4EC1D64A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A0C9D-9489-4760-92FD-8AD7924BC72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B7F37-0675-2365-0743-EB4C86637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9C07-0C5D-8748-1FB3-C2671591F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C9F81-02B0-4C0F-9FFF-AD4B1CFB1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3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CC419D-EAFB-A7E1-827B-815A94AF7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17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1E1E31-52FA-24AE-2CEB-C173490E7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8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6E1176-B9B7-F84B-9AEE-B143A52B7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86193" cy="2207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4E6E02-9522-2E5C-DF4C-FE29978D2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77" y="2091307"/>
            <a:ext cx="10900881" cy="381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6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92A787-E8AF-4E86-5780-19BE100AD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52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7020-E72B-20B0-F6C9-48E5350B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A74A6-62DB-6394-A171-C3A82DBB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5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B175-4486-16D5-C3B8-A032FD52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9877D-E582-DD53-F0E1-633D6F38C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8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B2A4-0504-3BDA-26F1-C7984DC2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31CC9-8DBE-77F7-0AF6-7C4B3BE88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5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C015-96C4-5852-6CD6-AB873560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8B3204-0FAB-FCD3-1255-39F358F98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5CF23CF-B192-018A-2EF7-EEDF6E3A9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84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9D01E3-C05F-8F37-7653-943A123BC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8524"/>
            <a:ext cx="6800000" cy="5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4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3B0006-8E1B-2AAA-0C9B-75FE3B12C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12" y="0"/>
            <a:ext cx="10247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8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Vaughn Staples</dc:creator>
  <cp:lastModifiedBy>Vaughn Staples</cp:lastModifiedBy>
  <cp:revision>1</cp:revision>
  <dcterms:created xsi:type="dcterms:W3CDTF">2026-03-24T06:19:11Z</dcterms:created>
  <dcterms:modified xsi:type="dcterms:W3CDTF">2026-03-24T08:29:34Z</dcterms:modified>
</cp:coreProperties>
</file>