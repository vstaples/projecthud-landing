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tmp" ContentType="image/png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0" r:id="rId2"/>
    <p:sldId id="261" r:id="rId3"/>
    <p:sldId id="262" r:id="rId4"/>
    <p:sldId id="263" r:id="rId5"/>
    <p:sldId id="264" r:id="rId6"/>
    <p:sldId id="265" r:id="rId7"/>
    <p:sldId id="266" r:id="rId8"/>
    <p:sldId id="267" r:id="rId9"/>
    <p:sldId id="256" r:id="rId10"/>
    <p:sldId id="257" r:id="rId11"/>
    <p:sldId id="258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799" autoAdjust="0"/>
    <p:restoredTop sz="94660"/>
  </p:normalViewPr>
  <p:slideViewPr>
    <p:cSldViewPr snapToGrid="0">
      <p:cViewPr>
        <p:scale>
          <a:sx n="200" d="100"/>
          <a:sy n="200" d="100"/>
        </p:scale>
        <p:origin x="-3475" y="-24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Vaughn Staples" userId="9a5933822faaa4bf" providerId="LiveId" clId="{BB914C8C-BCA1-484B-9A1F-EBF33ADB071F}"/>
    <pc:docChg chg="modSld">
      <pc:chgData name="Vaughn Staples" userId="9a5933822faaa4bf" providerId="LiveId" clId="{BB914C8C-BCA1-484B-9A1F-EBF33ADB071F}" dt="2026-03-24T12:34:56.834" v="8" actId="1076"/>
      <pc:docMkLst>
        <pc:docMk/>
      </pc:docMkLst>
      <pc:sldChg chg="modSp mod">
        <pc:chgData name="Vaughn Staples" userId="9a5933822faaa4bf" providerId="LiveId" clId="{BB914C8C-BCA1-484B-9A1F-EBF33ADB071F}" dt="2026-03-24T08:29:33.148" v="1" actId="14100"/>
        <pc:sldMkLst>
          <pc:docMk/>
          <pc:sldMk cId="2488584234" sldId="256"/>
        </pc:sldMkLst>
        <pc:picChg chg="mod">
          <ac:chgData name="Vaughn Staples" userId="9a5933822faaa4bf" providerId="LiveId" clId="{BB914C8C-BCA1-484B-9A1F-EBF33ADB071F}" dt="2026-03-24T08:29:33.148" v="1" actId="14100"/>
          <ac:picMkLst>
            <pc:docMk/>
            <pc:sldMk cId="2488584234" sldId="256"/>
            <ac:picMk id="15" creationId="{15CF23CF-B192-018A-2EF7-EEDF6E3A9CC5}"/>
          </ac:picMkLst>
        </pc:picChg>
      </pc:sldChg>
      <pc:sldChg chg="modSp mod">
        <pc:chgData name="Vaughn Staples" userId="9a5933822faaa4bf" providerId="LiveId" clId="{BB914C8C-BCA1-484B-9A1F-EBF33ADB071F}" dt="2026-03-24T12:34:56.834" v="8" actId="1076"/>
        <pc:sldMkLst>
          <pc:docMk/>
          <pc:sldMk cId="3126189164" sldId="258"/>
        </pc:sldMkLst>
        <pc:picChg chg="mod">
          <ac:chgData name="Vaughn Staples" userId="9a5933822faaa4bf" providerId="LiveId" clId="{BB914C8C-BCA1-484B-9A1F-EBF33ADB071F}" dt="2026-03-24T12:34:56.834" v="8" actId="1076"/>
          <ac:picMkLst>
            <pc:docMk/>
            <pc:sldMk cId="3126189164" sldId="258"/>
            <ac:picMk id="6" creationId="{903B0006-8E1B-2AAA-0C9B-75FE3B12C8B6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21FFCD-348A-CBFC-9F81-684C9360D43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E8CAE34-971C-0769-1B98-92673D3D553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B4818E-D521-E401-2A43-73F403052B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EA0C9D-9489-4760-92FD-8AD7924BC720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A397CC-5BDD-6962-5759-477D04F0F9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D7AFD0D-4F14-81E8-0E2A-797F0671A2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BC9F81-02B0-4C0F-9FFF-AD4B1CFB14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50475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F97CE2-6F5F-7745-CAF3-C651DE78B0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30665D-814D-1708-0280-32568A7CA7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0417816-E156-96EC-83EF-A6FA8E8AB1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EA0C9D-9489-4760-92FD-8AD7924BC720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C822B9-B16E-485F-038D-5D4497C254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02ACAA-96C3-C281-7DA4-68B10C19FD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BC9F81-02B0-4C0F-9FFF-AD4B1CFB14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57336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6BF8-7252-3E49-F3BD-51F7B39CDE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2C1ABFF-6883-A67B-0B81-3505DB8CED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F86513-F961-631F-4404-072753FFD9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EA0C9D-9489-4760-92FD-8AD7924BC720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66C9385-A861-18D0-1520-4A496952EF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E3A3CB-A62D-2A17-3FB9-3459FEEC5F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BC9F81-02B0-4C0F-9FFF-AD4B1CFB14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3037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1B89A0-8046-695B-BC4C-DD8B1D8272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76A818-94FE-C8FC-795E-511A358334F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0C96654-CD1A-B818-D857-06A794671B1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C44A25A-41A5-A59E-122F-4CF4410542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EA0C9D-9489-4760-92FD-8AD7924BC720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9557823-2E02-7179-B57C-C13FC11D79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3C7AB9-FA0A-2A4C-2039-D5E20FD395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BC9F81-02B0-4C0F-9FFF-AD4B1CFB14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79227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AC5F60-5EF6-E0BE-F500-BF0DB2A88D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16FD6DC-90F2-EEE6-ACF9-BB397A3026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AA92564-6CD0-C199-0504-41C543C6A18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300D29-1F57-9418-AE5D-262A1601FAE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7A4F113-6E20-ED2D-7234-A60C9841AE2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E4B8BA0-E8F3-2A4D-7DC7-65ECBDEBF4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EA0C9D-9489-4760-92FD-8AD7924BC720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208B7DB-BECB-180B-75DB-D45A64F4C6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2D33144-83FD-6F80-46F4-DA71933750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BC9F81-02B0-4C0F-9FFF-AD4B1CFB14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79970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CEDDEF-AB33-EC66-9036-B7A15EAD19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D10C7A9-74D2-0F13-8A6B-69598A02B4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EA0C9D-9489-4760-92FD-8AD7924BC720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D6A8C87-A9F1-3042-836E-2DCB62D722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034865D-8DA3-CC8C-C62B-72999317A4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BC9F81-02B0-4C0F-9FFF-AD4B1CFB14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01844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6D66520-9631-0734-EAC0-53B2DA9511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EA0C9D-9489-4760-92FD-8AD7924BC720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31113D8-AE52-1D8D-5683-A4D71D0564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540DE8-4607-AE1A-47E4-6729540D87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BC9F81-02B0-4C0F-9FFF-AD4B1CFB14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316461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0608A8-13BB-8F65-4CAC-766CD8B710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B843CC-A24F-CC1F-F9A6-387B71C56C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0EDC163-B929-B9ED-641B-FDDCD5DAC47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C81835F-254E-5795-FACE-1B64186671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EA0C9D-9489-4760-92FD-8AD7924BC720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BC824D6-1090-1107-5876-2A0134999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6435E65-FB52-86CF-7E0F-1B7B6F71DD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BC9F81-02B0-4C0F-9FFF-AD4B1CFB14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01419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60E555-0BC8-F7E3-F365-B1E3009635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7EC4AB2-2E75-EB23-4892-47FB3A2772A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B377D9D-B64B-E62B-09A6-70DE7F91FF6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137FEEA-362A-CA23-6F27-176AFA5F35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EA0C9D-9489-4760-92FD-8AD7924BC720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D71DE1D-1E74-779C-A064-86B3318C52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D8CEF67-39AB-150D-677B-FC876FB09D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BC9F81-02B0-4C0F-9FFF-AD4B1CFB14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31786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533CB8-FF7F-C329-22AA-1534CE1E67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E83C53B-6E3F-CBB7-BFB8-3457A22176D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37EFFB-B38C-A478-1D7B-52B882DAB4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EA0C9D-9489-4760-92FD-8AD7924BC720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F8CDA36-B9CE-7ED1-626C-A71E99EFE3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1B08E6-C1F5-C3B2-F817-391B355C64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BC9F81-02B0-4C0F-9FFF-AD4B1CFB14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25756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EDA027C-E015-28B8-6B25-2F8263341CA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751F1F2-1E09-224A-EBA0-A41E0EDC40E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C863936-8129-4407-A32F-2EE94CDE17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EA0C9D-9489-4760-92FD-8AD7924BC720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0E24CE-9693-928F-FD7B-7E2D7DBE21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CB6946-1706-806C-9708-EAA682E51F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BC9F81-02B0-4C0F-9FFF-AD4B1CFB14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20899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22DE305-A080-7640-AF52-D2948EE44E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9431CF6-AA78-4B47-02E8-8066CBF8739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32E8B1-14DB-FDE5-B6CE-C4EC1D64A5B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FEA0C9D-9489-4760-92FD-8AD7924BC720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BB7F37-0675-2365-0743-EB4C86637F7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AB9C07-0C5D-8748-1FB3-C2671591FA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7BC9F81-02B0-4C0F-9FFF-AD4B1CFB14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56379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tmp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tmp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tmp"/><Relationship Id="rId2" Type="http://schemas.openxmlformats.org/officeDocument/2006/relationships/image" Target="../media/image3.tmp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tmp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tmp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tmp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tmp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tmp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BCC419D-EAFB-A7E1-827B-815A94AF76F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52400"/>
            <a:ext cx="12192000" cy="655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60177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51E1E31-52FA-24AE-2CEB-C173490E797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52400"/>
            <a:ext cx="12192000" cy="655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16867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A6E1176-B9B7-F84B-9AEE-B143A52B73D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0486193" cy="220762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54E6E02-9522-2E5C-DF4C-FE29978D253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3577" y="2091307"/>
            <a:ext cx="10900881" cy="3811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95652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A92A787-E8AF-4E86-5780-19BE100AD5B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52400"/>
            <a:ext cx="12192000" cy="655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025274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5A7020-E72B-20B0-F6C9-48E5350BD6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CEA74A6-62DB-6394-A171-C3A82DBB1E1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52400"/>
            <a:ext cx="12192000" cy="655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395299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23B175-4486-16D5-C3B8-A032FD523A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1F9877D-E582-DD53-F0E1-633D6F38C52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52400"/>
            <a:ext cx="12192000" cy="655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968435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4EB2A4-0504-3BDA-26F1-C7984DC2CE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1F31CC9-8DBE-77F7-0AF6-7C4B3BE88A5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52400"/>
            <a:ext cx="12192000" cy="655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645747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6AC015-96C4-5852-6CD6-AB8735602B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88B3204-0FAB-FCD3-1255-39F358F982B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52400"/>
            <a:ext cx="12192000" cy="655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359694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>
            <a:extLst>
              <a:ext uri="{FF2B5EF4-FFF2-40B4-BE49-F238E27FC236}">
                <a16:creationId xmlns:a16="http://schemas.microsoft.com/office/drawing/2014/main" id="{15CF23CF-B192-018A-2EF7-EEDF6E3A9C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58582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858423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69D01E3-C05F-8F37-7653-943A123BCE5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738524"/>
            <a:ext cx="6800000" cy="53809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244847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903B0006-8E1B-2AAA-0C9B-75FE3B12C8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08719" y="508635"/>
            <a:ext cx="1024737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618916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162</TotalTime>
  <Words>0</Words>
  <Application>Microsoft Office PowerPoint</Application>
  <PresentationFormat>Widescreen</PresentationFormat>
  <Paragraphs>0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Vaughn Staples</dc:creator>
  <cp:lastModifiedBy>Vaughn Staples</cp:lastModifiedBy>
  <cp:revision>1</cp:revision>
  <dcterms:created xsi:type="dcterms:W3CDTF">2026-03-24T06:19:11Z</dcterms:created>
  <dcterms:modified xsi:type="dcterms:W3CDTF">2026-03-24T12:35:03Z</dcterms:modified>
</cp:coreProperties>
</file>