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88" r:id="rId4"/>
    <p:sldId id="281" r:id="rId5"/>
    <p:sldId id="280" r:id="rId6"/>
    <p:sldId id="282" r:id="rId7"/>
    <p:sldId id="283" r:id="rId8"/>
    <p:sldId id="287" r:id="rId9"/>
    <p:sldId id="289" r:id="rId10"/>
    <p:sldId id="257" r:id="rId11"/>
    <p:sldId id="258" r:id="rId12"/>
    <p:sldId id="284" r:id="rId13"/>
    <p:sldId id="277" r:id="rId14"/>
    <p:sldId id="278" r:id="rId15"/>
    <p:sldId id="279" r:id="rId16"/>
    <p:sldId id="259" r:id="rId17"/>
    <p:sldId id="260" r:id="rId18"/>
    <p:sldId id="261" r:id="rId19"/>
    <p:sldId id="262" r:id="rId20"/>
    <p:sldId id="263" r:id="rId21"/>
    <p:sldId id="264" r:id="rId22"/>
    <p:sldId id="272" r:id="rId23"/>
    <p:sldId id="273" r:id="rId24"/>
    <p:sldId id="274" r:id="rId25"/>
    <p:sldId id="275" r:id="rId26"/>
    <p:sldId id="265" r:id="rId27"/>
    <p:sldId id="266" r:id="rId28"/>
    <p:sldId id="267" r:id="rId29"/>
    <p:sldId id="268" r:id="rId30"/>
    <p:sldId id="269" r:id="rId31"/>
    <p:sldId id="285" r:id="rId32"/>
    <p:sldId id="290" r:id="rId33"/>
    <p:sldId id="270" r:id="rId34"/>
    <p:sldId id="271" r:id="rId35"/>
    <p:sldId id="276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0000"/>
    <a:srgbClr val="151219"/>
    <a:srgbClr val="0C1628"/>
    <a:srgbClr val="141D33"/>
    <a:srgbClr val="0D14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1A6823-4C57-4D97-91C6-2D99567E83A8}" v="60" dt="2026-05-03T06:55:31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28" autoAdjust="0"/>
    <p:restoredTop sz="95896" autoAdjust="0"/>
  </p:normalViewPr>
  <p:slideViewPr>
    <p:cSldViewPr snapToGrid="0">
      <p:cViewPr varScale="1">
        <p:scale>
          <a:sx n="107" d="100"/>
          <a:sy n="107" d="100"/>
        </p:scale>
        <p:origin x="10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ughn Staples" userId="9a5933822faaa4bf" providerId="LiveId" clId="{BB914C8C-BCA1-484B-9A1F-EBF33ADB071F}"/>
    <pc:docChg chg="undo custSel addSld delSld modSld sldOrd">
      <pc:chgData name="Vaughn Staples" userId="9a5933822faaa4bf" providerId="LiveId" clId="{BB914C8C-BCA1-484B-9A1F-EBF33ADB071F}" dt="2026-05-19T05:53:08.379" v="1917" actId="21"/>
      <pc:docMkLst>
        <pc:docMk/>
      </pc:docMkLst>
      <pc:sldChg chg="addSp modSp mod">
        <pc:chgData name="Vaughn Staples" userId="9a5933822faaa4bf" providerId="LiveId" clId="{BB914C8C-BCA1-484B-9A1F-EBF33ADB071F}" dt="2026-04-28T19:21:39.664" v="1088" actId="207"/>
        <pc:sldMkLst>
          <pc:docMk/>
          <pc:sldMk cId="1303823658" sldId="256"/>
        </pc:sldMkLst>
        <pc:spChg chg="add mod">
          <ac:chgData name="Vaughn Staples" userId="9a5933822faaa4bf" providerId="LiveId" clId="{BB914C8C-BCA1-484B-9A1F-EBF33ADB071F}" dt="2026-04-27T14:20:38.732" v="880" actId="1076"/>
          <ac:spMkLst>
            <pc:docMk/>
            <pc:sldMk cId="1303823658" sldId="256"/>
            <ac:spMk id="3" creationId="{1E4785B8-9170-EE9F-58B9-0D79C1E25BFC}"/>
          </ac:spMkLst>
        </pc:spChg>
        <pc:spChg chg="add mod">
          <ac:chgData name="Vaughn Staples" userId="9a5933822faaa4bf" providerId="LiveId" clId="{BB914C8C-BCA1-484B-9A1F-EBF33ADB071F}" dt="2026-04-28T19:21:39.664" v="1088" actId="207"/>
          <ac:spMkLst>
            <pc:docMk/>
            <pc:sldMk cId="1303823658" sldId="256"/>
            <ac:spMk id="4" creationId="{33243825-9F77-2AD1-5C3D-215A263C9778}"/>
          </ac:spMkLst>
        </pc:spChg>
      </pc:sldChg>
      <pc:sldChg chg="addSp modSp mod">
        <pc:chgData name="Vaughn Staples" userId="9a5933822faaa4bf" providerId="LiveId" clId="{BB914C8C-BCA1-484B-9A1F-EBF33ADB071F}" dt="2026-04-24T20:33:57.124" v="529" actId="1582"/>
        <pc:sldMkLst>
          <pc:docMk/>
          <pc:sldMk cId="3349118182" sldId="258"/>
        </pc:sldMkLst>
        <pc:picChg chg="add mod">
          <ac:chgData name="Vaughn Staples" userId="9a5933822faaa4bf" providerId="LiveId" clId="{BB914C8C-BCA1-484B-9A1F-EBF33ADB071F}" dt="2026-04-24T20:33:57.124" v="529" actId="1582"/>
          <ac:picMkLst>
            <pc:docMk/>
            <pc:sldMk cId="3349118182" sldId="258"/>
            <ac:picMk id="4" creationId="{300DF890-BA2E-5F53-0CFD-634FDE32A2F5}"/>
          </ac:picMkLst>
        </pc:picChg>
      </pc:sldChg>
      <pc:sldChg chg="addSp modSp mod">
        <pc:chgData name="Vaughn Staples" userId="9a5933822faaa4bf" providerId="LiveId" clId="{BB914C8C-BCA1-484B-9A1F-EBF33ADB071F}" dt="2026-04-25T19:47:15.119" v="607" actId="1076"/>
        <pc:sldMkLst>
          <pc:docMk/>
          <pc:sldMk cId="2125514985" sldId="259"/>
        </pc:sldMkLst>
        <pc:spChg chg="add mod">
          <ac:chgData name="Vaughn Staples" userId="9a5933822faaa4bf" providerId="LiveId" clId="{BB914C8C-BCA1-484B-9A1F-EBF33ADB071F}" dt="2026-04-25T13:08:48.506" v="601" actId="207"/>
          <ac:spMkLst>
            <pc:docMk/>
            <pc:sldMk cId="2125514985" sldId="259"/>
            <ac:spMk id="2" creationId="{BC5981F0-A937-5E54-94CB-5CB3B5A8438A}"/>
          </ac:spMkLst>
        </pc:spChg>
        <pc:spChg chg="add mod">
          <ac:chgData name="Vaughn Staples" userId="9a5933822faaa4bf" providerId="LiveId" clId="{BB914C8C-BCA1-484B-9A1F-EBF33ADB071F}" dt="2026-04-25T19:43:54.714" v="605" actId="2711"/>
          <ac:spMkLst>
            <pc:docMk/>
            <pc:sldMk cId="2125514985" sldId="259"/>
            <ac:spMk id="6" creationId="{320EFFEA-9C1A-7C09-A85E-67A1A0BFD1C1}"/>
          </ac:spMkLst>
        </pc:spChg>
        <pc:spChg chg="add mod">
          <ac:chgData name="Vaughn Staples" userId="9a5933822faaa4bf" providerId="LiveId" clId="{BB914C8C-BCA1-484B-9A1F-EBF33ADB071F}" dt="2026-04-25T13:08:48.506" v="601" actId="207"/>
          <ac:spMkLst>
            <pc:docMk/>
            <pc:sldMk cId="2125514985" sldId="259"/>
            <ac:spMk id="7" creationId="{205302EE-471A-0C27-D74F-3DC3DD147779}"/>
          </ac:spMkLst>
        </pc:spChg>
        <pc:picChg chg="add mod">
          <ac:chgData name="Vaughn Staples" userId="9a5933822faaa4bf" providerId="LiveId" clId="{BB914C8C-BCA1-484B-9A1F-EBF33ADB071F}" dt="2026-04-25T13:08:48.506" v="601" actId="207"/>
          <ac:picMkLst>
            <pc:docMk/>
            <pc:sldMk cId="2125514985" sldId="259"/>
            <ac:picMk id="4" creationId="{0C5BD24F-B2EE-CE97-514E-01D79E91760D}"/>
          </ac:picMkLst>
        </pc:picChg>
        <pc:picChg chg="mod">
          <ac:chgData name="Vaughn Staples" userId="9a5933822faaa4bf" providerId="LiveId" clId="{BB914C8C-BCA1-484B-9A1F-EBF33ADB071F}" dt="2026-04-25T19:47:15.119" v="607" actId="1076"/>
          <ac:picMkLst>
            <pc:docMk/>
            <pc:sldMk cId="2125514985" sldId="259"/>
            <ac:picMk id="5" creationId="{6F1110AC-87E2-2B78-6794-2A4D0D8880AD}"/>
          </ac:picMkLst>
        </pc:picChg>
        <pc:picChg chg="add mod">
          <ac:chgData name="Vaughn Staples" userId="9a5933822faaa4bf" providerId="LiveId" clId="{BB914C8C-BCA1-484B-9A1F-EBF33ADB071F}" dt="2026-04-25T19:40:06.260" v="603" actId="1076"/>
          <ac:picMkLst>
            <pc:docMk/>
            <pc:sldMk cId="2125514985" sldId="259"/>
            <ac:picMk id="8" creationId="{177A8EFD-A53E-A911-A0FA-F4D84D306DD5}"/>
          </ac:picMkLst>
        </pc:picChg>
      </pc:sldChg>
      <pc:sldChg chg="addSp delSp modSp mod">
        <pc:chgData name="Vaughn Staples" userId="9a5933822faaa4bf" providerId="LiveId" clId="{BB914C8C-BCA1-484B-9A1F-EBF33ADB071F}" dt="2026-04-30T19:52:53.214" v="1113" actId="478"/>
        <pc:sldMkLst>
          <pc:docMk/>
          <pc:sldMk cId="1581596950" sldId="269"/>
        </pc:sldMkLst>
      </pc:sldChg>
      <pc:sldChg chg="addSp delSp modSp new mod">
        <pc:chgData name="Vaughn Staples" userId="9a5933822faaa4bf" providerId="LiveId" clId="{BB914C8C-BCA1-484B-9A1F-EBF33ADB071F}" dt="2026-04-24T20:29:12.700" v="482" actId="20577"/>
        <pc:sldMkLst>
          <pc:docMk/>
          <pc:sldMk cId="1489331659" sldId="277"/>
        </pc:sldMkLst>
        <pc:spChg chg="add mod">
          <ac:chgData name="Vaughn Staples" userId="9a5933822faaa4bf" providerId="LiveId" clId="{BB914C8C-BCA1-484B-9A1F-EBF33ADB071F}" dt="2026-04-24T20:29:12.700" v="482" actId="20577"/>
          <ac:spMkLst>
            <pc:docMk/>
            <pc:sldMk cId="1489331659" sldId="277"/>
            <ac:spMk id="6" creationId="{E364DC1D-B3F4-D65A-282E-B2D50197C2EB}"/>
          </ac:spMkLst>
        </pc:spChg>
        <pc:picChg chg="add mod">
          <ac:chgData name="Vaughn Staples" userId="9a5933822faaa4bf" providerId="LiveId" clId="{BB914C8C-BCA1-484B-9A1F-EBF33ADB071F}" dt="2026-04-24T20:28:54.901" v="468" actId="931"/>
          <ac:picMkLst>
            <pc:docMk/>
            <pc:sldMk cId="1489331659" sldId="277"/>
            <ac:picMk id="5" creationId="{D4FE1276-953F-9DE4-06C7-9177EA4FBC28}"/>
          </ac:picMkLst>
        </pc:picChg>
      </pc:sldChg>
      <pc:sldChg chg="addSp delSp modSp new mod">
        <pc:chgData name="Vaughn Staples" userId="9a5933822faaa4bf" providerId="LiveId" clId="{BB914C8C-BCA1-484B-9A1F-EBF33ADB071F}" dt="2026-04-25T20:41:16.651" v="610" actId="21"/>
        <pc:sldMkLst>
          <pc:docMk/>
          <pc:sldMk cId="1643946471" sldId="278"/>
        </pc:sldMkLst>
        <pc:spChg chg="add mod">
          <ac:chgData name="Vaughn Staples" userId="9a5933822faaa4bf" providerId="LiveId" clId="{BB914C8C-BCA1-484B-9A1F-EBF33ADB071F}" dt="2026-04-24T20:30:05.089" v="508" actId="20577"/>
          <ac:spMkLst>
            <pc:docMk/>
            <pc:sldMk cId="1643946471" sldId="278"/>
            <ac:spMk id="6" creationId="{E3BBC4F8-49B6-3085-8D77-BACA8ECBEE0E}"/>
          </ac:spMkLst>
        </pc:spChg>
        <pc:picChg chg="add mod">
          <ac:chgData name="Vaughn Staples" userId="9a5933822faaa4bf" providerId="LiveId" clId="{BB914C8C-BCA1-484B-9A1F-EBF33ADB071F}" dt="2026-04-24T20:29:57.972" v="487" actId="1076"/>
          <ac:picMkLst>
            <pc:docMk/>
            <pc:sldMk cId="1643946471" sldId="278"/>
            <ac:picMk id="5" creationId="{149A1240-D125-13BC-43EA-7167FF05CE82}"/>
          </ac:picMkLst>
        </pc:picChg>
      </pc:sldChg>
      <pc:sldChg chg="addSp delSp modSp new mod">
        <pc:chgData name="Vaughn Staples" userId="9a5933822faaa4bf" providerId="LiveId" clId="{BB914C8C-BCA1-484B-9A1F-EBF33ADB071F}" dt="2026-04-24T20:30:55.906" v="523" actId="20577"/>
        <pc:sldMkLst>
          <pc:docMk/>
          <pc:sldMk cId="3561028614" sldId="279"/>
        </pc:sldMkLst>
        <pc:spChg chg="add mod">
          <ac:chgData name="Vaughn Staples" userId="9a5933822faaa4bf" providerId="LiveId" clId="{BB914C8C-BCA1-484B-9A1F-EBF33ADB071F}" dt="2026-04-24T20:30:55.906" v="523" actId="20577"/>
          <ac:spMkLst>
            <pc:docMk/>
            <pc:sldMk cId="3561028614" sldId="279"/>
            <ac:spMk id="6" creationId="{23E4A340-1110-DEE9-484E-B9493BB4FA90}"/>
          </ac:spMkLst>
        </pc:spChg>
        <pc:picChg chg="add mod">
          <ac:chgData name="Vaughn Staples" userId="9a5933822faaa4bf" providerId="LiveId" clId="{BB914C8C-BCA1-484B-9A1F-EBF33ADB071F}" dt="2026-04-24T20:30:50.868" v="514" actId="1076"/>
          <ac:picMkLst>
            <pc:docMk/>
            <pc:sldMk cId="3561028614" sldId="279"/>
            <ac:picMk id="5" creationId="{FF1C2C5B-2DDA-31DB-013F-7CF827B03E8D}"/>
          </ac:picMkLst>
        </pc:picChg>
      </pc:sldChg>
      <pc:sldChg chg="addSp delSp modSp new mod ord">
        <pc:chgData name="Vaughn Staples" userId="9a5933822faaa4bf" providerId="LiveId" clId="{BB914C8C-BCA1-484B-9A1F-EBF33ADB071F}" dt="2026-04-27T01:38:33.471" v="784" actId="207"/>
        <pc:sldMkLst>
          <pc:docMk/>
          <pc:sldMk cId="587235178" sldId="280"/>
        </pc:sldMkLst>
        <pc:spChg chg="add mod">
          <ac:chgData name="Vaughn Staples" userId="9a5933822faaa4bf" providerId="LiveId" clId="{BB914C8C-BCA1-484B-9A1F-EBF33ADB071F}" dt="2026-04-27T01:38:33.471" v="784" actId="207"/>
          <ac:spMkLst>
            <pc:docMk/>
            <pc:sldMk cId="587235178" sldId="280"/>
            <ac:spMk id="27" creationId="{9710A5BB-823E-4A79-0D7E-9B1D265CC420}"/>
          </ac:spMkLst>
        </pc:spChg>
        <pc:picChg chg="add mod">
          <ac:chgData name="Vaughn Staples" userId="9a5933822faaa4bf" providerId="LiveId" clId="{BB914C8C-BCA1-484B-9A1F-EBF33ADB071F}" dt="2026-04-27T01:34:06.651" v="762"/>
          <ac:picMkLst>
            <pc:docMk/>
            <pc:sldMk cId="587235178" sldId="280"/>
            <ac:picMk id="26" creationId="{592E947F-5938-4E97-8010-582CB8F5484B}"/>
          </ac:picMkLst>
        </pc:picChg>
      </pc:sldChg>
      <pc:sldChg chg="addSp delSp modSp new mod">
        <pc:chgData name="Vaughn Staples" userId="9a5933822faaa4bf" providerId="LiveId" clId="{BB914C8C-BCA1-484B-9A1F-EBF33ADB071F}" dt="2026-04-27T14:20:47.143" v="888" actId="20577"/>
        <pc:sldMkLst>
          <pc:docMk/>
          <pc:sldMk cId="517819475" sldId="281"/>
        </pc:sldMkLst>
        <pc:spChg chg="add mod">
          <ac:chgData name="Vaughn Staples" userId="9a5933822faaa4bf" providerId="LiveId" clId="{BB914C8C-BCA1-484B-9A1F-EBF33ADB071F}" dt="2026-04-27T14:20:47.143" v="888" actId="20577"/>
          <ac:spMkLst>
            <pc:docMk/>
            <pc:sldMk cId="517819475" sldId="281"/>
            <ac:spMk id="6" creationId="{8F903B9E-73F6-5D48-2465-5C64A761FC60}"/>
          </ac:spMkLst>
        </pc:spChg>
        <pc:picChg chg="add">
          <ac:chgData name="Vaughn Staples" userId="9a5933822faaa4bf" providerId="LiveId" clId="{BB914C8C-BCA1-484B-9A1F-EBF33ADB071F}" dt="2026-04-27T14:19:54.297" v="878" actId="22"/>
          <ac:picMkLst>
            <pc:docMk/>
            <pc:sldMk cId="517819475" sldId="281"/>
            <ac:picMk id="5" creationId="{618B552E-47A0-A32F-7352-00DFB1841673}"/>
          </ac:picMkLst>
        </pc:picChg>
      </pc:sldChg>
      <pc:sldChg chg="addSp delSp modSp new mod">
        <pc:chgData name="Vaughn Staples" userId="9a5933822faaa4bf" providerId="LiveId" clId="{BB914C8C-BCA1-484B-9A1F-EBF33ADB071F}" dt="2026-04-27T01:38:41.339" v="790" actId="20577"/>
        <pc:sldMkLst>
          <pc:docMk/>
          <pc:sldMk cId="3775824059" sldId="282"/>
        </pc:sldMkLst>
        <pc:spChg chg="add mod">
          <ac:chgData name="Vaughn Staples" userId="9a5933822faaa4bf" providerId="LiveId" clId="{BB914C8C-BCA1-484B-9A1F-EBF33ADB071F}" dt="2026-04-27T01:38:41.339" v="790" actId="20577"/>
          <ac:spMkLst>
            <pc:docMk/>
            <pc:sldMk cId="3775824059" sldId="282"/>
            <ac:spMk id="6" creationId="{A885BF8F-4CA3-EE98-2B5C-AB7ED8896D3B}"/>
          </ac:spMkLst>
        </pc:spChg>
        <pc:picChg chg="add">
          <ac:chgData name="Vaughn Staples" userId="9a5933822faaa4bf" providerId="LiveId" clId="{BB914C8C-BCA1-484B-9A1F-EBF33ADB071F}" dt="2026-04-27T01:36:54.007" v="766" actId="22"/>
          <ac:picMkLst>
            <pc:docMk/>
            <pc:sldMk cId="3775824059" sldId="282"/>
            <ac:picMk id="5" creationId="{50635926-BBC6-1570-B83B-4C4B509D2648}"/>
          </ac:picMkLst>
        </pc:picChg>
      </pc:sldChg>
      <pc:sldChg chg="addSp delSp modSp new mod">
        <pc:chgData name="Vaughn Staples" userId="9a5933822faaa4bf" providerId="LiveId" clId="{BB914C8C-BCA1-484B-9A1F-EBF33ADB071F}" dt="2026-04-27T02:10:40.774" v="800" actId="20577"/>
        <pc:sldMkLst>
          <pc:docMk/>
          <pc:sldMk cId="1073544153" sldId="283"/>
        </pc:sldMkLst>
        <pc:spChg chg="add mod">
          <ac:chgData name="Vaughn Staples" userId="9a5933822faaa4bf" providerId="LiveId" clId="{BB914C8C-BCA1-484B-9A1F-EBF33ADB071F}" dt="2026-04-27T02:10:40.774" v="800" actId="20577"/>
          <ac:spMkLst>
            <pc:docMk/>
            <pc:sldMk cId="1073544153" sldId="283"/>
            <ac:spMk id="6" creationId="{DA69CF73-061A-B377-D273-72989F1E42A1}"/>
          </ac:spMkLst>
        </pc:spChg>
        <pc:picChg chg="add">
          <ac:chgData name="Vaughn Staples" userId="9a5933822faaa4bf" providerId="LiveId" clId="{BB914C8C-BCA1-484B-9A1F-EBF33ADB071F}" dt="2026-04-27T02:10:32.084" v="793" actId="22"/>
          <ac:picMkLst>
            <pc:docMk/>
            <pc:sldMk cId="1073544153" sldId="283"/>
            <ac:picMk id="5" creationId="{FC5DBB5F-1B1C-4BF6-FD44-3D89DACEF982}"/>
          </ac:picMkLst>
        </pc:picChg>
      </pc:sldChg>
      <pc:sldChg chg="addSp delSp new mod">
        <pc:chgData name="Vaughn Staples" userId="9a5933822faaa4bf" providerId="LiveId" clId="{BB914C8C-BCA1-484B-9A1F-EBF33ADB071F}" dt="2026-04-27T02:15:31.850" v="803" actId="22"/>
        <pc:sldMkLst>
          <pc:docMk/>
          <pc:sldMk cId="478980173" sldId="284"/>
        </pc:sldMkLst>
        <pc:picChg chg="add">
          <ac:chgData name="Vaughn Staples" userId="9a5933822faaa4bf" providerId="LiveId" clId="{BB914C8C-BCA1-484B-9A1F-EBF33ADB071F}" dt="2026-04-27T02:15:31.850" v="803" actId="22"/>
          <ac:picMkLst>
            <pc:docMk/>
            <pc:sldMk cId="478980173" sldId="284"/>
            <ac:picMk id="5" creationId="{04C8378E-5CC9-84FA-D913-2F2B28372BCD}"/>
          </ac:picMkLst>
        </pc:picChg>
      </pc:sldChg>
      <pc:sldChg chg="addSp delSp modSp new mod">
        <pc:chgData name="Vaughn Staples" userId="9a5933822faaa4bf" providerId="LiveId" clId="{BB914C8C-BCA1-484B-9A1F-EBF33ADB071F}" dt="2026-05-02T13:41:25.372" v="1150" actId="207"/>
        <pc:sldMkLst>
          <pc:docMk/>
          <pc:sldMk cId="888142176" sldId="285"/>
        </pc:sldMkLst>
        <pc:spChg chg="add mod">
          <ac:chgData name="Vaughn Staples" userId="9a5933822faaa4bf" providerId="LiveId" clId="{BB914C8C-BCA1-484B-9A1F-EBF33ADB071F}" dt="2026-05-02T13:41:25.372" v="1150" actId="207"/>
          <ac:spMkLst>
            <pc:docMk/>
            <pc:sldMk cId="888142176" sldId="285"/>
            <ac:spMk id="29" creationId="{08F0007F-192C-86B3-9718-11CC50CD6E05}"/>
          </ac:spMkLst>
        </pc:spChg>
        <pc:picChg chg="add mod">
          <ac:chgData name="Vaughn Staples" userId="9a5933822faaa4bf" providerId="LiveId" clId="{BB914C8C-BCA1-484B-9A1F-EBF33ADB071F}" dt="2026-05-02T05:27:17.172" v="1147" actId="1076"/>
          <ac:picMkLst>
            <pc:docMk/>
            <pc:sldMk cId="888142176" sldId="285"/>
            <ac:picMk id="26" creationId="{6B2751FA-7F7D-9120-4B95-E5A5C2ADE8A1}"/>
          </ac:picMkLst>
        </pc:picChg>
        <pc:picChg chg="add mod">
          <ac:chgData name="Vaughn Staples" userId="9a5933822faaa4bf" providerId="LiveId" clId="{BB914C8C-BCA1-484B-9A1F-EBF33ADB071F}" dt="2026-05-02T05:27:17.172" v="1147" actId="1076"/>
          <ac:picMkLst>
            <pc:docMk/>
            <pc:sldMk cId="888142176" sldId="285"/>
            <ac:picMk id="28" creationId="{38DBD272-EB83-54A9-95B5-8BF440BEC6EA}"/>
          </ac:picMkLst>
        </pc:picChg>
      </pc:sldChg>
      <pc:sldChg chg="addSp delSp modSp new mod">
        <pc:chgData name="Vaughn Staples" userId="9a5933822faaa4bf" providerId="LiveId" clId="{BB914C8C-BCA1-484B-9A1F-EBF33ADB071F}" dt="2026-04-28T08:54:53.261" v="1040" actId="1076"/>
        <pc:sldMkLst>
          <pc:docMk/>
          <pc:sldMk cId="3614565601" sldId="286"/>
        </pc:sldMkLst>
        <pc:spChg chg="add mod">
          <ac:chgData name="Vaughn Staples" userId="9a5933822faaa4bf" providerId="LiveId" clId="{BB914C8C-BCA1-484B-9A1F-EBF33ADB071F}" dt="2026-04-28T08:54:53.261" v="1040" actId="1076"/>
          <ac:spMkLst>
            <pc:docMk/>
            <pc:sldMk cId="3614565601" sldId="286"/>
            <ac:spMk id="38" creationId="{647E8E02-A420-FC91-9C8E-E40EF25839FF}"/>
          </ac:spMkLst>
        </pc:spChg>
        <pc:picChg chg="add">
          <ac:chgData name="Vaughn Staples" userId="9a5933822faaa4bf" providerId="LiveId" clId="{BB914C8C-BCA1-484B-9A1F-EBF33ADB071F}" dt="2026-04-28T08:54:34.471" v="1038" actId="22"/>
          <ac:picMkLst>
            <pc:docMk/>
            <pc:sldMk cId="3614565601" sldId="286"/>
            <ac:picMk id="37" creationId="{457F3F65-72B6-3CD9-7FBB-EE9474F7BCC7}"/>
          </ac:picMkLst>
        </pc:picChg>
      </pc:sldChg>
      <pc:sldChg chg="addSp delSp modSp new mod">
        <pc:chgData name="Vaughn Staples" userId="9a5933822faaa4bf" providerId="LiveId" clId="{BB914C8C-BCA1-484B-9A1F-EBF33ADB071F}" dt="2026-04-28T08:55:38.679" v="1046" actId="20577"/>
        <pc:sldMkLst>
          <pc:docMk/>
          <pc:sldMk cId="1809319887" sldId="287"/>
        </pc:sldMkLst>
        <pc:spChg chg="add mod">
          <ac:chgData name="Vaughn Staples" userId="9a5933822faaa4bf" providerId="LiveId" clId="{BB914C8C-BCA1-484B-9A1F-EBF33ADB071F}" dt="2026-04-28T08:55:38.679" v="1046" actId="20577"/>
          <ac:spMkLst>
            <pc:docMk/>
            <pc:sldMk cId="1809319887" sldId="287"/>
            <ac:spMk id="6" creationId="{363B327B-AC5A-AE65-5DE6-306F87CEF9F5}"/>
          </ac:spMkLst>
        </pc:spChg>
        <pc:picChg chg="add ord">
          <ac:chgData name="Vaughn Staples" userId="9a5933822faaa4bf" providerId="LiveId" clId="{BB914C8C-BCA1-484B-9A1F-EBF33ADB071F}" dt="2026-04-28T08:55:33.421" v="1044" actId="167"/>
          <ac:picMkLst>
            <pc:docMk/>
            <pc:sldMk cId="1809319887" sldId="287"/>
            <ac:picMk id="8" creationId="{8113DE0E-0FBF-E908-B1A9-560B4D2A4209}"/>
          </ac:picMkLst>
        </pc:picChg>
      </pc:sldChg>
      <pc:sldChg chg="addSp delSp modSp new mod">
        <pc:chgData name="Vaughn Staples" userId="9a5933822faaa4bf" providerId="LiveId" clId="{BB914C8C-BCA1-484B-9A1F-EBF33ADB071F}" dt="2026-04-28T08:57:26.835" v="1056" actId="20577"/>
        <pc:sldMkLst>
          <pc:docMk/>
          <pc:sldMk cId="2686029016" sldId="288"/>
        </pc:sldMkLst>
        <pc:spChg chg="add mod">
          <ac:chgData name="Vaughn Staples" userId="9a5933822faaa4bf" providerId="LiveId" clId="{BB914C8C-BCA1-484B-9A1F-EBF33ADB071F}" dt="2026-04-28T08:57:26.835" v="1056" actId="20577"/>
          <ac:spMkLst>
            <pc:docMk/>
            <pc:sldMk cId="2686029016" sldId="288"/>
            <ac:spMk id="6" creationId="{086890B0-8E04-4D3E-3395-24E574588630}"/>
          </ac:spMkLst>
        </pc:spChg>
        <pc:picChg chg="add">
          <ac:chgData name="Vaughn Staples" userId="9a5933822faaa4bf" providerId="LiveId" clId="{BB914C8C-BCA1-484B-9A1F-EBF33ADB071F}" dt="2026-04-28T08:57:08.675" v="1048" actId="22"/>
          <ac:picMkLst>
            <pc:docMk/>
            <pc:sldMk cId="2686029016" sldId="288"/>
            <ac:picMk id="5" creationId="{FB62B03C-649D-5C7E-B891-97F0261F9D0A}"/>
          </ac:picMkLst>
        </pc:picChg>
      </pc:sldChg>
      <pc:sldChg chg="addSp delSp modSp new mod">
        <pc:chgData name="Vaughn Staples" userId="9a5933822faaa4bf" providerId="LiveId" clId="{BB914C8C-BCA1-484B-9A1F-EBF33ADB071F}" dt="2026-04-28T19:21:04.580" v="1084" actId="20577"/>
        <pc:sldMkLst>
          <pc:docMk/>
          <pc:sldMk cId="1393673656" sldId="289"/>
        </pc:sldMkLst>
        <pc:picChg chg="add">
          <ac:chgData name="Vaughn Staples" userId="9a5933822faaa4bf" providerId="LiveId" clId="{BB914C8C-BCA1-484B-9A1F-EBF33ADB071F}" dt="2026-04-28T08:58:01.246" v="1059" actId="22"/>
          <ac:picMkLst>
            <pc:docMk/>
            <pc:sldMk cId="1393673656" sldId="289"/>
            <ac:picMk id="5" creationId="{B8C822E4-0776-8F51-6FF6-478BE2E9A896}"/>
          </ac:picMkLst>
        </pc:picChg>
      </pc:sldChg>
      <pc:sldChg chg="addSp delSp modSp new mod">
        <pc:chgData name="Vaughn Staples" userId="9a5933822faaa4bf" providerId="LiveId" clId="{BB914C8C-BCA1-484B-9A1F-EBF33ADB071F}" dt="2026-05-03T13:07:17.680" v="1874" actId="22"/>
        <pc:sldMkLst>
          <pc:docMk/>
          <pc:sldMk cId="1148666032" sldId="290"/>
        </pc:sldMkLst>
        <pc:spChg chg="add mod">
          <ac:chgData name="Vaughn Staples" userId="9a5933822faaa4bf" providerId="LiveId" clId="{BB914C8C-BCA1-484B-9A1F-EBF33ADB071F}" dt="2026-05-03T07:04:32.629" v="1873" actId="12"/>
          <ac:spMkLst>
            <pc:docMk/>
            <pc:sldMk cId="1148666032" sldId="290"/>
            <ac:spMk id="4" creationId="{99C18D36-F42C-F11F-6BD5-A07A6F4DAAF3}"/>
          </ac:spMkLst>
        </pc:spChg>
        <pc:picChg chg="add">
          <ac:chgData name="Vaughn Staples" userId="9a5933822faaa4bf" providerId="LiveId" clId="{BB914C8C-BCA1-484B-9A1F-EBF33ADB071F}" dt="2026-05-03T13:07:17.680" v="1874" actId="22"/>
          <ac:picMkLst>
            <pc:docMk/>
            <pc:sldMk cId="1148666032" sldId="290"/>
            <ac:picMk id="6" creationId="{590273D3-D957-F3DC-6E5B-79E43D84D5B0}"/>
          </ac:picMkLst>
        </pc:picChg>
      </pc:sldChg>
      <pc:sldChg chg="addSp delSp modSp new mod">
        <pc:chgData name="Vaughn Staples" userId="9a5933822faaa4bf" providerId="LiveId" clId="{BB914C8C-BCA1-484B-9A1F-EBF33ADB071F}" dt="2026-05-18T15:17:53.417" v="1905" actId="14100"/>
        <pc:sldMkLst>
          <pc:docMk/>
          <pc:sldMk cId="1642397863" sldId="291"/>
        </pc:sldMkLst>
        <pc:picChg chg="add mod">
          <ac:chgData name="Vaughn Staples" userId="9a5933822faaa4bf" providerId="LiveId" clId="{BB914C8C-BCA1-484B-9A1F-EBF33ADB071F}" dt="2026-05-18T15:17:53.417" v="1905" actId="14100"/>
          <ac:picMkLst>
            <pc:docMk/>
            <pc:sldMk cId="1642397863" sldId="291"/>
            <ac:picMk id="3" creationId="{6C8C1008-8B1E-CB5D-DF0D-0B060E6DBE52}"/>
          </ac:picMkLst>
        </pc:picChg>
        <pc:picChg chg="add mod">
          <ac:chgData name="Vaughn Staples" userId="9a5933822faaa4bf" providerId="LiveId" clId="{BB914C8C-BCA1-484B-9A1F-EBF33ADB071F}" dt="2026-05-04T10:51:16.655" v="1878" actId="1076"/>
          <ac:picMkLst>
            <pc:docMk/>
            <pc:sldMk cId="1642397863" sldId="291"/>
            <ac:picMk id="5" creationId="{A01175CF-42DA-4D14-4DD0-45DB5A8C13F3}"/>
          </ac:picMkLst>
        </pc:picChg>
        <pc:picChg chg="add mod">
          <ac:chgData name="Vaughn Staples" userId="9a5933822faaa4bf" providerId="LiveId" clId="{BB914C8C-BCA1-484B-9A1F-EBF33ADB071F}" dt="2026-05-18T15:17:49.955" v="1904" actId="1076"/>
          <ac:picMkLst>
            <pc:docMk/>
            <pc:sldMk cId="1642397863" sldId="291"/>
            <ac:picMk id="6" creationId="{988AC7AB-A4E4-DE88-FD36-9380A45FE39C}"/>
          </ac:picMkLst>
        </pc:picChg>
        <pc:picChg chg="add mod">
          <ac:chgData name="Vaughn Staples" userId="9a5933822faaa4bf" providerId="LiveId" clId="{BB914C8C-BCA1-484B-9A1F-EBF33ADB071F}" dt="2026-05-04T10:51:48.277" v="1882" actId="1076"/>
          <ac:picMkLst>
            <pc:docMk/>
            <pc:sldMk cId="1642397863" sldId="291"/>
            <ac:picMk id="7" creationId="{5C543FEB-7628-BB89-C42A-2C28EDABE7D3}"/>
          </ac:picMkLst>
        </pc:picChg>
        <pc:picChg chg="add mod">
          <ac:chgData name="Vaughn Staples" userId="9a5933822faaa4bf" providerId="LiveId" clId="{BB914C8C-BCA1-484B-9A1F-EBF33ADB071F}" dt="2026-05-04T10:52:21.737" v="1885" actId="1076"/>
          <ac:picMkLst>
            <pc:docMk/>
            <pc:sldMk cId="1642397863" sldId="291"/>
            <ac:picMk id="9" creationId="{4458E8CB-7B32-C756-8EBB-9C21DEE16EFE}"/>
          </ac:picMkLst>
        </pc:picChg>
        <pc:picChg chg="add mod">
          <ac:chgData name="Vaughn Staples" userId="9a5933822faaa4bf" providerId="LiveId" clId="{BB914C8C-BCA1-484B-9A1F-EBF33ADB071F}" dt="2026-05-04T10:54:47.206" v="1887" actId="1076"/>
          <ac:picMkLst>
            <pc:docMk/>
            <pc:sldMk cId="1642397863" sldId="291"/>
            <ac:picMk id="11" creationId="{BAAA8253-5EC5-119E-7800-5289F5784435}"/>
          </ac:picMkLst>
        </pc:picChg>
        <pc:picChg chg="add mod">
          <ac:chgData name="Vaughn Staples" userId="9a5933822faaa4bf" providerId="LiveId" clId="{BB914C8C-BCA1-484B-9A1F-EBF33ADB071F}" dt="2026-05-04T10:56:22.662" v="1898" actId="1076"/>
          <ac:picMkLst>
            <pc:docMk/>
            <pc:sldMk cId="1642397863" sldId="291"/>
            <ac:picMk id="13" creationId="{7C8B7D3E-AB61-07B8-F7ED-0A7A82FCD1DF}"/>
          </ac:picMkLst>
        </pc:picChg>
        <pc:picChg chg="add mod">
          <ac:chgData name="Vaughn Staples" userId="9a5933822faaa4bf" providerId="LiveId" clId="{BB914C8C-BCA1-484B-9A1F-EBF33ADB071F}" dt="2026-05-04T10:56:14.641" v="1895" actId="1076"/>
          <ac:picMkLst>
            <pc:docMk/>
            <pc:sldMk cId="1642397863" sldId="291"/>
            <ac:picMk id="17" creationId="{47561172-4AC0-D5A4-71B9-8EBD0B11E77C}"/>
          </ac:picMkLst>
        </pc:picChg>
        <pc:picChg chg="add mod">
          <ac:chgData name="Vaughn Staples" userId="9a5933822faaa4bf" providerId="LiveId" clId="{BB914C8C-BCA1-484B-9A1F-EBF33ADB071F}" dt="2026-05-04T10:56:49.350" v="1900" actId="1076"/>
          <ac:picMkLst>
            <pc:docMk/>
            <pc:sldMk cId="1642397863" sldId="291"/>
            <ac:picMk id="19" creationId="{83CE9532-6575-C7B3-5DED-0DBC07C46CFD}"/>
          </ac:picMkLst>
        </pc:picChg>
      </pc:sldChg>
      <pc:sldChg chg="addSp delSp modSp new mod">
        <pc:chgData name="Vaughn Staples" userId="9a5933822faaa4bf" providerId="LiveId" clId="{BB914C8C-BCA1-484B-9A1F-EBF33ADB071F}" dt="2026-05-19T05:53:08.379" v="1917" actId="21"/>
        <pc:sldMkLst>
          <pc:docMk/>
          <pc:sldMk cId="3055901615" sldId="292"/>
        </pc:sldMkLst>
        <pc:spChg chg="del">
          <ac:chgData name="Vaughn Staples" userId="9a5933822faaa4bf" providerId="LiveId" clId="{BB914C8C-BCA1-484B-9A1F-EBF33ADB071F}" dt="2026-05-18T16:09:50.775" v="1907" actId="478"/>
          <ac:spMkLst>
            <pc:docMk/>
            <pc:sldMk cId="3055901615" sldId="292"/>
            <ac:spMk id="2" creationId="{0A538304-F43A-FE38-46B7-AC14B0642995}"/>
          </ac:spMkLst>
        </pc:spChg>
        <pc:spChg chg="del">
          <ac:chgData name="Vaughn Staples" userId="9a5933822faaa4bf" providerId="LiveId" clId="{BB914C8C-BCA1-484B-9A1F-EBF33ADB071F}" dt="2026-05-18T16:09:50.775" v="1907" actId="478"/>
          <ac:spMkLst>
            <pc:docMk/>
            <pc:sldMk cId="3055901615" sldId="292"/>
            <ac:spMk id="3" creationId="{24B04AA1-A528-7E04-9621-8C0E60CEFBC4}"/>
          </ac:spMkLst>
        </pc:spChg>
        <pc:picChg chg="add del mod">
          <ac:chgData name="Vaughn Staples" userId="9a5933822faaa4bf" providerId="LiveId" clId="{BB914C8C-BCA1-484B-9A1F-EBF33ADB071F}" dt="2026-05-19T05:52:31.512" v="1912" actId="478"/>
          <ac:picMkLst>
            <pc:docMk/>
            <pc:sldMk cId="3055901615" sldId="292"/>
            <ac:picMk id="5" creationId="{3FE2A12D-D2D9-E659-3728-497F17D60201}"/>
          </ac:picMkLst>
        </pc:picChg>
        <pc:picChg chg="add del mod">
          <ac:chgData name="Vaughn Staples" userId="9a5933822faaa4bf" providerId="LiveId" clId="{BB914C8C-BCA1-484B-9A1F-EBF33ADB071F}" dt="2026-05-19T05:52:31.512" v="1912" actId="478"/>
          <ac:picMkLst>
            <pc:docMk/>
            <pc:sldMk cId="3055901615" sldId="292"/>
            <ac:picMk id="7" creationId="{1F1E7492-0E4E-471C-7CA9-B498EB308A16}"/>
          </ac:picMkLst>
        </pc:picChg>
        <pc:picChg chg="add del">
          <ac:chgData name="Vaughn Staples" userId="9a5933822faaa4bf" providerId="LiveId" clId="{BB914C8C-BCA1-484B-9A1F-EBF33ADB071F}" dt="2026-05-19T05:53:08.379" v="1917" actId="21"/>
          <ac:picMkLst>
            <pc:docMk/>
            <pc:sldMk cId="3055901615" sldId="292"/>
            <ac:picMk id="9" creationId="{BA51A57F-ED07-8BAF-324A-F3F858F8EC4D}"/>
          </ac:picMkLst>
        </pc:picChg>
        <pc:picChg chg="add del mod">
          <ac:chgData name="Vaughn Staples" userId="9a5933822faaa4bf" providerId="LiveId" clId="{BB914C8C-BCA1-484B-9A1F-EBF33ADB071F}" dt="2026-05-19T05:53:08.379" v="1917" actId="21"/>
          <ac:picMkLst>
            <pc:docMk/>
            <pc:sldMk cId="3055901615" sldId="292"/>
            <ac:picMk id="11" creationId="{026E7E0A-FB92-AD5E-9A60-B51007CED83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E696-BC0F-990E-3C04-790A0F549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6AC99-1280-13E2-A83F-710B80F15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82B3E-4C44-4652-802E-B0F1983CA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FAE05-33A5-42B2-8B0E-BC60315FEFB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DFAFF-CC11-471A-FA10-F08321BAA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84703-C9E9-CAA6-292C-93461A32C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68A4-0B23-49D9-AA8E-10BA8D2FA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844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5656D-621A-1C8E-FFAB-4BF493BFB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9BA0D-BE15-B18C-FD61-C60878AB5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9C90C-1731-0FE0-0230-E78D94F54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FAE05-33A5-42B2-8B0E-BC60315FEFB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4BB89-DB40-F81C-71FD-5CBAD49C0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D8E8A-DAB6-A1B7-1D66-AED1E662F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68A4-0B23-49D9-AA8E-10BA8D2FA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531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C4A76-EE67-6627-B954-621C632E7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8FF0FF-5D79-8C17-70EC-50EA3EB01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942D7-BFBD-224E-3E72-4916D429F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FAE05-33A5-42B2-8B0E-BC60315FEFB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9C193-2301-3539-685B-7453C16E5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C89C5-D2E8-E3B6-551C-8D2B023BC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68A4-0B23-49D9-AA8E-10BA8D2FA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2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C4A7-9722-39FF-161B-DFB8AA223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E5B3E-DA0E-0402-9233-7FDED0E781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941E7-089E-06DE-589F-9DB82B126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C8000-B6BC-0A91-F525-34817FC55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FAE05-33A5-42B2-8B0E-BC60315FEFB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73695-6285-C22A-0279-90EE75200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D53B7-D68F-7FAB-A532-C92CC855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68A4-0B23-49D9-AA8E-10BA8D2FA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5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D8629-A0B8-BE6B-2851-0162EB3E2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6D024-0E93-E0F6-9063-76F46E0B7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1D611-7B54-24D6-7DC1-CAFADC21E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2CCC07-FC7C-7123-7236-DA837C5EC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CF8E96-9AF3-E135-F6ED-FBFD8FA07F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1B713-9F1A-B391-9011-1E3E34E20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FAE05-33A5-42B2-8B0E-BC60315FEFB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8CC39E-23C0-85DC-F8AA-66BDA50D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E26EDC-0912-3B50-FDFB-31574B59A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68A4-0B23-49D9-AA8E-10BA8D2FA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15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6679E-D6DE-B767-942A-8AF7AB1D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8A904-F43D-1485-CF44-A5EE3D2AB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FAE05-33A5-42B2-8B0E-BC60315FEFB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0600F0-0E79-B408-34F7-BDD9DDC75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728FF-527F-3E4C-6BE0-4DD7EDC55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68A4-0B23-49D9-AA8E-10BA8D2FA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550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31D400-9060-5A7C-F282-3863BC173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FAE05-33A5-42B2-8B0E-BC60315FEFB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D34D24-080F-EDCE-0935-B5DEEE662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F0C2A-4160-182A-5560-E25C2A313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68A4-0B23-49D9-AA8E-10BA8D2FA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694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69740-200A-074A-73D9-F5FCD753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13C4D-1D67-9D78-AD15-C7961E4D4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2DD58-21D0-766F-DC79-F5D6095FB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1A528-1724-4E20-39EB-F7685960D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FAE05-33A5-42B2-8B0E-BC60315FEFB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4433D-1043-AB3A-C53C-057A78160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07C91-3DB6-75A5-8615-577E8B37A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68A4-0B23-49D9-AA8E-10BA8D2FA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747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FBC36-38CC-6D86-CCB3-DFADAF0BA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DADDDE-DCB9-1C19-C044-1F3E8B729B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56617-011F-2513-0D15-3BDE67C5D9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CE3CF-54E0-922D-1C4A-74C924A03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FAE05-33A5-42B2-8B0E-BC60315FEFB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2FDED-2ED5-890F-1125-40CB654B3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5D33D-0CEF-2F51-5439-D277855E2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68A4-0B23-49D9-AA8E-10BA8D2FA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064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02B5C-CEE6-062A-5230-D7126939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28A768-1F3F-B0E0-CBF0-4D5D2A9AB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89C57-1B65-6443-0C50-80E47AAF4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FAE05-33A5-42B2-8B0E-BC60315FEFB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58AF0-915F-E493-5D9C-44D91BAD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44CB5-92E4-9228-F632-44A2727B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68A4-0B23-49D9-AA8E-10BA8D2FA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555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ED008F-B32E-FF5D-2A1A-E9C69E9766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B31D6B-B3CB-8B58-F521-E5BE70053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D4895-2738-71EB-4324-6388897F1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FAE05-33A5-42B2-8B0E-BC60315FEFB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C7F80E-FF5E-E1D3-F69F-A69E27C8D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91405-BA59-61C5-0C11-4A487BF0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B68A4-0B23-49D9-AA8E-10BA8D2FA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1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DDE426-064E-C2EE-706C-0FA6F95DE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FF520-0D7E-FBD6-74DC-7AF0BCBDC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2B339-DE97-5038-A1C2-C9AA6BC10B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DFAE05-33A5-42B2-8B0E-BC60315FEFBC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43794-44F0-9E3F-00FC-22E60D10B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73FD6-BBE8-1F2C-14BE-9F2E4E80C8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B68A4-0B23-49D9-AA8E-10BA8D2FA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210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tm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mp"/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0CEE0B-EB00-A485-5BF4-A84CD386C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7F26B6-5FAE-3204-138C-61DB43C1B430}"/>
              </a:ext>
            </a:extLst>
          </p:cNvPr>
          <p:cNvSpPr txBox="1"/>
          <p:nvPr/>
        </p:nvSpPr>
        <p:spPr>
          <a:xfrm>
            <a:off x="-1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PROJECTHUD </a:t>
            </a:r>
            <a:r>
              <a:rPr lang="en-US" b="1" dirty="0">
                <a:solidFill>
                  <a:schemeClr val="bg1"/>
                </a:solidFill>
              </a:rPr>
              <a:t>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785B8-9170-EE9F-58B9-0D79C1E25BFC}"/>
              </a:ext>
            </a:extLst>
          </p:cNvPr>
          <p:cNvSpPr txBox="1"/>
          <p:nvPr/>
        </p:nvSpPr>
        <p:spPr>
          <a:xfrm>
            <a:off x="5184250" y="5769478"/>
            <a:ext cx="1031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BEFORE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243825-9F77-2AD1-5C3D-215A263C9778}"/>
              </a:ext>
            </a:extLst>
          </p:cNvPr>
          <p:cNvSpPr/>
          <p:nvPr/>
        </p:nvSpPr>
        <p:spPr>
          <a:xfrm>
            <a:off x="4858871" y="1981200"/>
            <a:ext cx="842682" cy="304800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823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457F3F65-72B6-3CD9-7FBB-EE9474F7B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47E8E02-A420-FC91-9C8E-E40EF25839FF}"/>
              </a:ext>
            </a:extLst>
          </p:cNvPr>
          <p:cNvSpPr txBox="1"/>
          <p:nvPr/>
        </p:nvSpPr>
        <p:spPr>
          <a:xfrm>
            <a:off x="5184250" y="1506227"/>
            <a:ext cx="1031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3614565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62B03C-649D-5C7E-B891-97F0261F9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86890B0-8E04-4D3E-3395-24E574588630}"/>
              </a:ext>
            </a:extLst>
          </p:cNvPr>
          <p:cNvSpPr txBox="1"/>
          <p:nvPr/>
        </p:nvSpPr>
        <p:spPr>
          <a:xfrm>
            <a:off x="5184250" y="1506227"/>
            <a:ext cx="1140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CMD99.2</a:t>
            </a:r>
          </a:p>
        </p:txBody>
      </p:sp>
    </p:spTree>
    <p:extLst>
      <p:ext uri="{BB962C8B-B14F-4D97-AF65-F5344CB8AC3E}">
        <p14:creationId xmlns:p14="http://schemas.microsoft.com/office/powerpoint/2010/main" val="2686029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18B552E-47A0-A32F-7352-00DFB1841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903B9E-73F6-5D48-2465-5C64A761FC60}"/>
              </a:ext>
            </a:extLst>
          </p:cNvPr>
          <p:cNvSpPr txBox="1"/>
          <p:nvPr/>
        </p:nvSpPr>
        <p:spPr>
          <a:xfrm>
            <a:off x="5184250" y="5769478"/>
            <a:ext cx="84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517819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592E947F-5938-4E97-8010-582CB8F548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710A5BB-823E-4A79-0D7E-9B1D265CC420}"/>
              </a:ext>
            </a:extLst>
          </p:cNvPr>
          <p:cNvSpPr txBox="1"/>
          <p:nvPr/>
        </p:nvSpPr>
        <p:spPr>
          <a:xfrm>
            <a:off x="5184250" y="842838"/>
            <a:ext cx="1031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587235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635926-BBC6-1570-B83B-4C4B509D2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85BF8F-4CA3-EE98-2B5C-AB7ED8896D3B}"/>
              </a:ext>
            </a:extLst>
          </p:cNvPr>
          <p:cNvSpPr txBox="1"/>
          <p:nvPr/>
        </p:nvSpPr>
        <p:spPr>
          <a:xfrm>
            <a:off x="5184250" y="842838"/>
            <a:ext cx="848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AFTER</a:t>
            </a:r>
          </a:p>
        </p:txBody>
      </p:sp>
    </p:spTree>
    <p:extLst>
      <p:ext uri="{BB962C8B-B14F-4D97-AF65-F5344CB8AC3E}">
        <p14:creationId xmlns:p14="http://schemas.microsoft.com/office/powerpoint/2010/main" val="3775824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5DBB5F-1B1C-4BF6-FD44-3D89DACEF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9CF73-061A-B377-D273-72989F1E42A1}"/>
              </a:ext>
            </a:extLst>
          </p:cNvPr>
          <p:cNvSpPr txBox="1"/>
          <p:nvPr/>
        </p:nvSpPr>
        <p:spPr>
          <a:xfrm>
            <a:off x="5184250" y="842838"/>
            <a:ext cx="939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LATEST</a:t>
            </a:r>
          </a:p>
        </p:txBody>
      </p:sp>
    </p:spTree>
    <p:extLst>
      <p:ext uri="{BB962C8B-B14F-4D97-AF65-F5344CB8AC3E}">
        <p14:creationId xmlns:p14="http://schemas.microsoft.com/office/powerpoint/2010/main" val="1073544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13DE0E-0FBF-E908-B1A9-560B4D2A4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3B327B-AC5A-AE65-5DE6-306F87CEF9F5}"/>
              </a:ext>
            </a:extLst>
          </p:cNvPr>
          <p:cNvSpPr txBox="1"/>
          <p:nvPr/>
        </p:nvSpPr>
        <p:spPr>
          <a:xfrm>
            <a:off x="5184250" y="842838"/>
            <a:ext cx="955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POST-A</a:t>
            </a:r>
          </a:p>
        </p:txBody>
      </p:sp>
    </p:spTree>
    <p:extLst>
      <p:ext uri="{BB962C8B-B14F-4D97-AF65-F5344CB8AC3E}">
        <p14:creationId xmlns:p14="http://schemas.microsoft.com/office/powerpoint/2010/main" val="1809319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C822E4-0776-8F51-6FF6-478BE2E9A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73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6FB348-25E4-F65A-8D24-D7F709708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0E9318-B302-163B-52D7-7924D230E411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PROJECTHUD </a:t>
            </a:r>
            <a:r>
              <a:rPr lang="en-US" b="1" dirty="0">
                <a:solidFill>
                  <a:schemeClr val="bg1"/>
                </a:solidFill>
              </a:rPr>
              <a:t>PROJECT</a:t>
            </a:r>
            <a:r>
              <a:rPr lang="en-US" b="1" dirty="0">
                <a:solidFill>
                  <a:srgbClr val="FFFF00"/>
                </a:solidFill>
              </a:rPr>
              <a:t> MANAGEMENT</a:t>
            </a:r>
          </a:p>
        </p:txBody>
      </p:sp>
    </p:spTree>
    <p:extLst>
      <p:ext uri="{BB962C8B-B14F-4D97-AF65-F5344CB8AC3E}">
        <p14:creationId xmlns:p14="http://schemas.microsoft.com/office/powerpoint/2010/main" val="364666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16BE2F-825F-E7CA-8609-21CF4B205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63B0F2-19F9-B1A1-BB11-84D69C8ADF24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PROJECTHUD </a:t>
            </a:r>
            <a:r>
              <a:rPr lang="en-US" b="1" dirty="0">
                <a:solidFill>
                  <a:schemeClr val="bg1"/>
                </a:solidFill>
              </a:rPr>
              <a:t>USER</a:t>
            </a:r>
            <a:r>
              <a:rPr lang="en-US" b="1" dirty="0">
                <a:solidFill>
                  <a:srgbClr val="FFFF00"/>
                </a:solidFill>
              </a:rPr>
              <a:t> 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0DF890-BA2E-5F53-0CFD-634FDE32A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5479" y="581890"/>
            <a:ext cx="2853882" cy="5759533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349118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C8378E-5CC9-84FA-D913-2F2B28372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980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FE1276-953F-9DE4-06C7-9177EA4FBC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7570"/>
            <a:ext cx="12192000" cy="6022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64DC1D-B3F4-D65A-282E-B2D50197C2EB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PROJECTHUD </a:t>
            </a:r>
            <a:r>
              <a:rPr lang="en-US" b="1" dirty="0">
                <a:solidFill>
                  <a:schemeClr val="bg1"/>
                </a:solidFill>
              </a:rPr>
              <a:t>ROLES &amp; RATES</a:t>
            </a:r>
            <a:endParaRPr 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331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9A1240-D125-13BC-43EA-7167FF05C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716"/>
            <a:ext cx="12192000" cy="3238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BBC4F8-49B6-3085-8D77-BACA8ECBEE0E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PROJECTHUD </a:t>
            </a:r>
            <a:r>
              <a:rPr lang="en-US" b="1" dirty="0">
                <a:solidFill>
                  <a:schemeClr val="bg1"/>
                </a:solidFill>
              </a:rPr>
              <a:t>USER ACCOUNTS</a:t>
            </a:r>
            <a:endParaRPr 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946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1C2C5B-2DDA-31DB-013F-7CF827B03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222"/>
            <a:ext cx="12192000" cy="36512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3E4A340-1110-DEE9-484E-B9493BB4FA90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PROJECTHUD </a:t>
            </a:r>
            <a:r>
              <a:rPr lang="en-US" b="1" dirty="0">
                <a:solidFill>
                  <a:schemeClr val="bg1"/>
                </a:solidFill>
              </a:rPr>
              <a:t>ORG CHART</a:t>
            </a:r>
            <a:endParaRPr 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0286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1110AC-87E2-2B78-6794-2A4D0D888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  <a:solidFill>
            <a:srgbClr val="FFFF00"/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C5981F0-A937-5E54-94CB-5CB3B5A8438A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PROJECTHUD </a:t>
            </a:r>
            <a:r>
              <a:rPr lang="en-US" b="1" dirty="0">
                <a:solidFill>
                  <a:schemeClr val="bg1"/>
                </a:solidFill>
              </a:rPr>
              <a:t>PIPELINE</a:t>
            </a:r>
            <a:r>
              <a:rPr lang="en-US" b="1" dirty="0">
                <a:solidFill>
                  <a:srgbClr val="FFFF00"/>
                </a:solidFill>
              </a:rPr>
              <a:t> 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5BD24F-B2EE-CE97-514E-01D79E917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1059" y="523875"/>
            <a:ext cx="2703232" cy="5810250"/>
          </a:xfrm>
          <a:prstGeom prst="rect">
            <a:avLst/>
          </a:prstGeom>
          <a:solidFill>
            <a:srgbClr val="FFFF00"/>
          </a:solidFill>
          <a:ln w="28575">
            <a:solidFill>
              <a:schemeClr val="bg1"/>
            </a:solidFill>
          </a:ln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0EFFEA-9C1A-7C09-A85E-67A1A0BFD1C1}"/>
              </a:ext>
            </a:extLst>
          </p:cNvPr>
          <p:cNvSpPr/>
          <p:nvPr/>
        </p:nvSpPr>
        <p:spPr>
          <a:xfrm>
            <a:off x="2352675" y="5772970"/>
            <a:ext cx="5400675" cy="509535"/>
          </a:xfrm>
          <a:prstGeom prst="roundRect">
            <a:avLst/>
          </a:prstGeom>
          <a:solidFill>
            <a:srgbClr val="FFFF00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ProjectHUD's</a:t>
            </a:r>
            <a:r>
              <a:rPr lang="en-US" sz="14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Pipeline models business development workflow from Concept to WBS &amp; completed Proposal.</a:t>
            </a:r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205302EE-471A-0C27-D74F-3DC3DD147779}"/>
              </a:ext>
            </a:extLst>
          </p:cNvPr>
          <p:cNvSpPr/>
          <p:nvPr/>
        </p:nvSpPr>
        <p:spPr>
          <a:xfrm rot="5400000">
            <a:off x="7887633" y="5884862"/>
            <a:ext cx="266700" cy="285750"/>
          </a:xfrm>
          <a:prstGeom prst="triangle">
            <a:avLst/>
          </a:prstGeom>
          <a:solidFill>
            <a:srgbClr val="FFFF00"/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A8EFD-A53E-A911-A0FA-F4D84D306D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095" y="4981519"/>
            <a:ext cx="5479255" cy="64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514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8B112A-9FB6-3228-D53D-4A918BAA1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1B69475-BD0F-AC17-91ED-2339A9771EB1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PROJECTHUD </a:t>
            </a:r>
            <a:r>
              <a:rPr lang="en-US" b="1" dirty="0">
                <a:solidFill>
                  <a:schemeClr val="bg1"/>
                </a:solidFill>
              </a:rPr>
              <a:t>MEETING MINUTES</a:t>
            </a:r>
          </a:p>
        </p:txBody>
      </p:sp>
    </p:spTree>
    <p:extLst>
      <p:ext uri="{BB962C8B-B14F-4D97-AF65-F5344CB8AC3E}">
        <p14:creationId xmlns:p14="http://schemas.microsoft.com/office/powerpoint/2010/main" val="8768608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4AE083-FD25-D4A1-6069-96711A7A6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037263-54B8-CE12-3303-9E0251ABA412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PROJECTHUD </a:t>
            </a:r>
            <a:r>
              <a:rPr lang="en-US" b="1" dirty="0">
                <a:solidFill>
                  <a:schemeClr val="bg1"/>
                </a:solidFill>
              </a:rPr>
              <a:t>PROPOSAL</a:t>
            </a:r>
            <a:r>
              <a:rPr lang="en-US" b="1" dirty="0">
                <a:solidFill>
                  <a:srgbClr val="FFFF00"/>
                </a:solidFill>
              </a:rPr>
              <a:t> MANAGEMENT</a:t>
            </a:r>
          </a:p>
        </p:txBody>
      </p:sp>
    </p:spTree>
    <p:extLst>
      <p:ext uri="{BB962C8B-B14F-4D97-AF65-F5344CB8AC3E}">
        <p14:creationId xmlns:p14="http://schemas.microsoft.com/office/powerpoint/2010/main" val="8061427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1329CF-4FFE-3C8F-CEDA-20CDC93C1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260834-C155-5894-3C4A-81E1F0EC27DD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CADENCE </a:t>
            </a:r>
            <a:r>
              <a:rPr lang="en-US" b="1" dirty="0">
                <a:solidFill>
                  <a:schemeClr val="bg1"/>
                </a:solidFill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2810269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F22EDD-E03B-EE11-9794-977977191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D90D01-8709-2FF6-0F53-2E267457BD08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CADENCE </a:t>
            </a:r>
            <a:r>
              <a:rPr lang="en-US" b="1" dirty="0">
                <a:solidFill>
                  <a:schemeClr val="bg1"/>
                </a:solidFill>
              </a:rPr>
              <a:t>WORKFLOW MANAGEMENT</a:t>
            </a:r>
          </a:p>
        </p:txBody>
      </p:sp>
    </p:spTree>
    <p:extLst>
      <p:ext uri="{BB962C8B-B14F-4D97-AF65-F5344CB8AC3E}">
        <p14:creationId xmlns:p14="http://schemas.microsoft.com/office/powerpoint/2010/main" val="1427022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33E226-7E6D-D630-5ACE-B83CCC733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AC526B-CE70-7B58-8C8F-3528B9A2AC05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CADENCE </a:t>
            </a:r>
            <a:r>
              <a:rPr lang="en-US" b="1" dirty="0">
                <a:solidFill>
                  <a:schemeClr val="bg1"/>
                </a:solidFill>
              </a:rPr>
              <a:t>FORM MANAGEMENT</a:t>
            </a:r>
          </a:p>
        </p:txBody>
      </p:sp>
    </p:spTree>
    <p:extLst>
      <p:ext uri="{BB962C8B-B14F-4D97-AF65-F5344CB8AC3E}">
        <p14:creationId xmlns:p14="http://schemas.microsoft.com/office/powerpoint/2010/main" val="28785597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864D2F-B1CC-82B7-484F-A38B33831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15F0B2-F689-6D95-6CEA-FD91CD01A86C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CADENCE </a:t>
            </a:r>
            <a:r>
              <a:rPr lang="en-US" b="1" dirty="0">
                <a:solidFill>
                  <a:schemeClr val="bg1"/>
                </a:solidFill>
              </a:rPr>
              <a:t>COVERAGE SIMULATION</a:t>
            </a:r>
          </a:p>
        </p:txBody>
      </p:sp>
    </p:spTree>
    <p:extLst>
      <p:ext uri="{BB962C8B-B14F-4D97-AF65-F5344CB8AC3E}">
        <p14:creationId xmlns:p14="http://schemas.microsoft.com/office/powerpoint/2010/main" val="41518772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0CB799-A5C2-9801-B821-B2C6A61AE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D36368-1EF0-FAB0-D6DC-7E319FA6647C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CADENCE </a:t>
            </a:r>
            <a:r>
              <a:rPr lang="en-US" b="1" dirty="0">
                <a:solidFill>
                  <a:schemeClr val="bg1"/>
                </a:solidFill>
              </a:rPr>
              <a:t>SIMULATION SCRIPT EDITOR</a:t>
            </a:r>
          </a:p>
        </p:txBody>
      </p:sp>
    </p:spTree>
    <p:extLst>
      <p:ext uri="{BB962C8B-B14F-4D97-AF65-F5344CB8AC3E}">
        <p14:creationId xmlns:p14="http://schemas.microsoft.com/office/powerpoint/2010/main" val="1866357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DEFED-3D70-8789-A897-4526A037A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711241-BA61-2E5D-3792-823EC8191A55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CADENCE </a:t>
            </a:r>
            <a:r>
              <a:rPr lang="en-US" b="1" dirty="0">
                <a:solidFill>
                  <a:schemeClr val="bg1"/>
                </a:solidFill>
              </a:rPr>
              <a:t>WORKFLOW SIMULATOR</a:t>
            </a:r>
          </a:p>
        </p:txBody>
      </p:sp>
    </p:spTree>
    <p:extLst>
      <p:ext uri="{BB962C8B-B14F-4D97-AF65-F5344CB8AC3E}">
        <p14:creationId xmlns:p14="http://schemas.microsoft.com/office/powerpoint/2010/main" val="539954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A88C58-DFD7-5EFA-AFBC-D5D7C127C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49F261-26C5-32DE-D8BC-E8C1BD6EA9E1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CADENCE </a:t>
            </a:r>
            <a:r>
              <a:rPr lang="en-US" b="1" dirty="0">
                <a:solidFill>
                  <a:schemeClr val="bg1"/>
                </a:solidFill>
              </a:rPr>
              <a:t>SIMULATION CERTIFICATE</a:t>
            </a:r>
          </a:p>
        </p:txBody>
      </p:sp>
    </p:spTree>
    <p:extLst>
      <p:ext uri="{BB962C8B-B14F-4D97-AF65-F5344CB8AC3E}">
        <p14:creationId xmlns:p14="http://schemas.microsoft.com/office/powerpoint/2010/main" val="2248252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E1465C-4BF1-06FB-9261-47A01142E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E94B87-E082-30CF-543A-1D4E88C0001F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COMPASS </a:t>
            </a:r>
            <a:r>
              <a:rPr lang="en-US" b="1" dirty="0">
                <a:solidFill>
                  <a:schemeClr val="bg1"/>
                </a:solidFill>
              </a:rPr>
              <a:t>PERSONAL DASHBOARD</a:t>
            </a:r>
          </a:p>
        </p:txBody>
      </p:sp>
    </p:spTree>
    <p:extLst>
      <p:ext uri="{BB962C8B-B14F-4D97-AF65-F5344CB8AC3E}">
        <p14:creationId xmlns:p14="http://schemas.microsoft.com/office/powerpoint/2010/main" val="1065960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62FD2C-3D34-9E8D-60CE-EE8ACBB82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0CE395-65D0-210F-2A84-04F11CA26843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COMPASS </a:t>
            </a:r>
            <a:r>
              <a:rPr lang="en-US" b="1" dirty="0">
                <a:solidFill>
                  <a:schemeClr val="bg1"/>
                </a:solidFill>
              </a:rPr>
              <a:t>TIME ENTRY</a:t>
            </a:r>
          </a:p>
        </p:txBody>
      </p:sp>
    </p:spTree>
    <p:extLst>
      <p:ext uri="{BB962C8B-B14F-4D97-AF65-F5344CB8AC3E}">
        <p14:creationId xmlns:p14="http://schemas.microsoft.com/office/powerpoint/2010/main" val="9241317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103788-2848-4AC2-459D-5196D778D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46DA73-7280-77A6-D38A-318EF95C6F96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COMPASS </a:t>
            </a:r>
            <a:r>
              <a:rPr lang="en-US" b="1" dirty="0">
                <a:solidFill>
                  <a:schemeClr val="bg1"/>
                </a:solidFill>
              </a:rPr>
              <a:t>CALENDAR/TASK MANAGEMENT</a:t>
            </a:r>
          </a:p>
        </p:txBody>
      </p:sp>
    </p:spTree>
    <p:extLst>
      <p:ext uri="{BB962C8B-B14F-4D97-AF65-F5344CB8AC3E}">
        <p14:creationId xmlns:p14="http://schemas.microsoft.com/office/powerpoint/2010/main" val="1840141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B13511-8C78-55BC-0F55-EA0435493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DAB68D-1881-D279-E0D4-8709B977E871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COMPASS </a:t>
            </a:r>
            <a:r>
              <a:rPr lang="en-US" b="1" dirty="0">
                <a:solidFill>
                  <a:schemeClr val="bg1"/>
                </a:solidFill>
              </a:rPr>
              <a:t>MEETING MINUTES MANAGER</a:t>
            </a:r>
          </a:p>
        </p:txBody>
      </p:sp>
    </p:spTree>
    <p:extLst>
      <p:ext uri="{BB962C8B-B14F-4D97-AF65-F5344CB8AC3E}">
        <p14:creationId xmlns:p14="http://schemas.microsoft.com/office/powerpoint/2010/main" val="21918885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87AB42-0E1B-105D-DEF5-6569BBA54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6CE7BB-05B0-5339-8C2F-72D9A994D600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COMPASS </a:t>
            </a:r>
            <a:r>
              <a:rPr lang="en-US" b="1" dirty="0">
                <a:solidFill>
                  <a:schemeClr val="bg1"/>
                </a:solidFill>
              </a:rPr>
              <a:t>VIEWS MANAGER</a:t>
            </a:r>
          </a:p>
        </p:txBody>
      </p:sp>
    </p:spTree>
    <p:extLst>
      <p:ext uri="{BB962C8B-B14F-4D97-AF65-F5344CB8AC3E}">
        <p14:creationId xmlns:p14="http://schemas.microsoft.com/office/powerpoint/2010/main" val="15815969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6B2751FA-7F7D-9120-4B95-E5A5C2ADE8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41" y="2560964"/>
            <a:ext cx="11438965" cy="427462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8DBD272-EB83-54A9-95B5-8BF440BEC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41" y="-18297"/>
            <a:ext cx="11438965" cy="2452063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8F0007F-192C-86B3-9718-11CC50CD6E05}"/>
              </a:ext>
            </a:extLst>
          </p:cNvPr>
          <p:cNvSpPr/>
          <p:nvPr/>
        </p:nvSpPr>
        <p:spPr>
          <a:xfrm>
            <a:off x="5109882" y="4661647"/>
            <a:ext cx="806824" cy="439271"/>
          </a:xfrm>
          <a:prstGeom prst="rect">
            <a:avLst/>
          </a:prstGeom>
          <a:solidFill>
            <a:srgbClr val="E6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421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C18D36-F42C-F11F-6BD5-A07A6F4DAAF3}"/>
              </a:ext>
            </a:extLst>
          </p:cNvPr>
          <p:cNvSpPr txBox="1"/>
          <p:nvPr/>
        </p:nvSpPr>
        <p:spPr>
          <a:xfrm>
            <a:off x="753035" y="609600"/>
            <a:ext cx="1131963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MEETING MINUTES</a:t>
            </a:r>
            <a:endParaRPr lang="en-US" sz="1400" dirty="0"/>
          </a:p>
          <a:p>
            <a:pPr marL="403225" indent="-169863">
              <a:buFont typeface="+mj-lt"/>
              <a:buAutoNum type="arabicPeriod"/>
            </a:pPr>
            <a:r>
              <a:rPr lang="en-US" sz="1400" dirty="0"/>
              <a:t>Electrical Design of Flexscope</a:t>
            </a:r>
          </a:p>
          <a:p>
            <a:pPr marL="976312" lvl="1" indent="-285750">
              <a:buFont typeface="Wingdings" panose="05000000000000000000" pitchFamily="2" charset="2"/>
              <a:buChar char="§"/>
            </a:pPr>
            <a:r>
              <a:rPr lang="en-US" sz="1400" dirty="0"/>
              <a:t>Prototype PCBs expected to arrive at Lighthouse on 5/15</a:t>
            </a:r>
          </a:p>
          <a:p>
            <a:pPr marL="1433512" lvl="2" indent="-285750">
              <a:buFont typeface="Wingdings" panose="05000000000000000000" pitchFamily="2" charset="2"/>
              <a:buChar char="Ø"/>
            </a:pPr>
            <a:r>
              <a:rPr lang="en-US" sz="1400" i="1" dirty="0"/>
              <a:t>4/22: PCB design review complete; purchasing to release build package to Nimbletronics by 4/25</a:t>
            </a:r>
          </a:p>
          <a:p>
            <a:pPr marL="1433512" lvl="2" indent="-285750">
              <a:buFont typeface="Wingdings" panose="05000000000000000000" pitchFamily="2" charset="2"/>
              <a:buChar char="Ø"/>
            </a:pPr>
            <a:r>
              <a:rPr lang="en-US" sz="1400" i="1" dirty="0"/>
              <a:t>4/19: PCB design review held; need further thermal reliefs … est. turnaround 1 day</a:t>
            </a:r>
          </a:p>
          <a:p>
            <a:pPr marL="1433512" lvl="2" indent="-285750">
              <a:buFont typeface="Wingdings" panose="05000000000000000000" pitchFamily="2" charset="2"/>
              <a:buChar char="Ø"/>
            </a:pPr>
            <a:r>
              <a:rPr lang="en-US" sz="1400" i="1" dirty="0"/>
              <a:t>4/15: Mike Rucker 50% through PCB layout; expects to complete by 4/17</a:t>
            </a:r>
          </a:p>
          <a:p>
            <a:pPr marL="1433512" lvl="2" indent="-285750">
              <a:buFont typeface="Wingdings" panose="05000000000000000000" pitchFamily="2" charset="2"/>
              <a:buChar char="Ø"/>
            </a:pPr>
            <a:r>
              <a:rPr lang="en-US" sz="1400" i="1" dirty="0"/>
              <a:t>4/08: Design review discovered ground connection issues; B. Roy to correct schematics &amp; hold updated design review on 4/11.</a:t>
            </a:r>
          </a:p>
          <a:p>
            <a:pPr marL="1433512" lvl="2" indent="-285750">
              <a:buFont typeface="Wingdings" panose="05000000000000000000" pitchFamily="2" charset="2"/>
              <a:buChar char="Ø"/>
            </a:pPr>
            <a:r>
              <a:rPr lang="en-US" sz="1400" i="1" dirty="0"/>
              <a:t>4/01: Ben Roy has completed schematics of the transceiver board &amp; will hold a design review on 4/05.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0273D3-D957-F3DC-6E5B-79E43D84D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336"/>
            <a:ext cx="12192000" cy="645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6660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6193E9-380E-117B-C527-ADD3E48EA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D9D447-E892-FEB6-6565-FEE7314F45C2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COMPASS </a:t>
            </a:r>
            <a:r>
              <a:rPr lang="en-US" b="1" dirty="0">
                <a:solidFill>
                  <a:schemeClr val="bg1"/>
                </a:solidFill>
              </a:rPr>
              <a:t>NOTES MANAGEMENT</a:t>
            </a:r>
          </a:p>
        </p:txBody>
      </p:sp>
    </p:spTree>
    <p:extLst>
      <p:ext uri="{BB962C8B-B14F-4D97-AF65-F5344CB8AC3E}">
        <p14:creationId xmlns:p14="http://schemas.microsoft.com/office/powerpoint/2010/main" val="2959754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4FD088-403D-876A-E9F0-97709CE04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FAFCFE-AE6C-60D5-FC14-12EFB7FF9C19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</a:rPr>
              <a:t>COMPASS </a:t>
            </a:r>
            <a:r>
              <a:rPr lang="en-US" b="1" dirty="0">
                <a:solidFill>
                  <a:schemeClr val="bg1"/>
                </a:solidFill>
              </a:rPr>
              <a:t>FORM &amp; WORKFLOW LIBRARY</a:t>
            </a:r>
          </a:p>
        </p:txBody>
      </p:sp>
    </p:spTree>
    <p:extLst>
      <p:ext uri="{BB962C8B-B14F-4D97-AF65-F5344CB8AC3E}">
        <p14:creationId xmlns:p14="http://schemas.microsoft.com/office/powerpoint/2010/main" val="32172104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39C31-9821-FC6E-8C28-40DAA53D8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1F82C-EDAD-3551-3F35-D4A750069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51CF2D-281E-AE25-77C4-829BA73EE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00"/>
            <a:ext cx="12192000" cy="599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C583F9-250F-C554-FFB0-6CBBB6451AA4}"/>
              </a:ext>
            </a:extLst>
          </p:cNvPr>
          <p:cNvSpPr txBox="1"/>
          <p:nvPr/>
        </p:nvSpPr>
        <p:spPr>
          <a:xfrm>
            <a:off x="0" y="71919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FFFF00"/>
                </a:solidFill>
              </a:rPr>
              <a:t>AEGIS </a:t>
            </a:r>
            <a:r>
              <a:rPr lang="en-US" b="1">
                <a:solidFill>
                  <a:schemeClr val="bg1"/>
                </a:solidFill>
              </a:rPr>
              <a:t>COMMAND CENTER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4788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1175CF-42DA-4D14-4DD0-45DB5A8C1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619" y="1238276"/>
            <a:ext cx="1904762" cy="4190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43FEB-7628-BB89-C42A-2C28EDABE7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619" y="1731335"/>
            <a:ext cx="2095238" cy="4190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58E8CB-7B32-C756-8EBB-9C21DEE16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619" y="2228876"/>
            <a:ext cx="2190476" cy="4285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AA8253-5EC5-119E-7800-5289F57844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619" y="2735940"/>
            <a:ext cx="2333333" cy="4285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C8B7D3E-AB61-07B8-F7ED-0A7A82FCD1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3619" y="3243004"/>
            <a:ext cx="2133333" cy="4285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7561172-4AC0-D5A4-71B9-8EBD0B11E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619" y="740735"/>
            <a:ext cx="2000000" cy="4190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3CE9532-6575-C7B3-5DED-0DBC07C46C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619" y="3750068"/>
            <a:ext cx="2333333" cy="4190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8C1008-8B1E-CB5D-DF0D-0B060E6DBE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7147" y="4320125"/>
            <a:ext cx="1120295" cy="9335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8AC7AB-A4E4-DE88-FD36-9380A45FE39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82063" y="4320125"/>
            <a:ext cx="752580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978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5901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11156</TotalTime>
  <Words>205</Words>
  <Application>Microsoft Office PowerPoint</Application>
  <PresentationFormat>Widescreen</PresentationFormat>
  <Paragraphs>41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Vaughn Staples</dc:creator>
  <cp:lastModifiedBy>Vaughn Staples</cp:lastModifiedBy>
  <cp:revision>1</cp:revision>
  <dcterms:created xsi:type="dcterms:W3CDTF">2026-04-02T11:13:13Z</dcterms:created>
  <dcterms:modified xsi:type="dcterms:W3CDTF">2026-05-19T05:53:08Z</dcterms:modified>
</cp:coreProperties>
</file>