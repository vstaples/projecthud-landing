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29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3BB00A9-1310-D9B9-58F6-53DD3161C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217EFF-CC06-CFB0-6736-E78C93AB3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795C6E-DD28-241B-D4C3-C555E695F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Office PowerPoint</Application>
  <PresentationFormat>Widescreen</PresentationFormat>
  <Paragraphs>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2026-04-02T11:25:41Z</dcterms:modified>
</cp:coreProperties>
</file>