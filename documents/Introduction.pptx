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29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ughn Staples" userId="9a5933822faaa4bf" providerId="LiveId" clId="{BB914C8C-BCA1-484B-9A1F-EBF33ADB071F}"/>
    <pc:docChg chg="modSld">
      <pc:chgData name="Vaughn Staples" userId="9a5933822faaa4bf" providerId="LiveId" clId="{BB914C8C-BCA1-484B-9A1F-EBF33ADB071F}" dt="2026-04-04T03:16:28.775" v="0" actId="22"/>
      <pc:docMkLst>
        <pc:docMk/>
      </pc:docMkLst>
      <pc:sldChg chg="addSp mod">
        <pc:chgData name="Vaughn Staples" userId="9a5933822faaa4bf" providerId="LiveId" clId="{BB914C8C-BCA1-484B-9A1F-EBF33ADB071F}" dt="2026-04-04T03:16:28.775" v="0" actId="22"/>
        <pc:sldMkLst>
          <pc:docMk/>
          <pc:sldMk cId="2878559713" sldId="264"/>
        </pc:sldMkLst>
        <pc:picChg chg="add">
          <ac:chgData name="Vaughn Staples" userId="9a5933822faaa4bf" providerId="LiveId" clId="{BB914C8C-BCA1-484B-9A1F-EBF33ADB071F}" dt="2026-04-04T03:16:28.775" v="0" actId="22"/>
          <ac:picMkLst>
            <pc:docMk/>
            <pc:sldMk cId="2878559713" sldId="264"/>
            <ac:picMk id="3" creationId="{3EFE962B-7112-2AEB-9DF7-54A235D3B9A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E696-BC0F-990E-3C04-790A0F5492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6AC99-1280-13E2-A83F-710B80F15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82B3E-4C44-4652-802E-B0F1983C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FAFF-CC11-471A-FA10-F08321BAA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84703-C9E9-CAA6-292C-93461A32C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844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5656D-621A-1C8E-FFAB-4BF493BFB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9BA0D-BE15-B18C-FD61-C60878AB5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9C90C-1731-0FE0-0230-E78D94F54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C4BB89-DB40-F81C-71FD-5CBAD49C0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D8E8A-DAB6-A1B7-1D66-AED1E662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312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4A76-EE67-6627-B954-621C632E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8FF0FF-5D79-8C17-70EC-50EA3EB01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942D7-BFBD-224E-3E72-4916D429F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9C193-2301-3539-685B-7453C16E5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C89C5-D2E8-E3B6-551C-8D2B023BC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320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DC4A7-9722-39FF-161B-DFB8AA223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E5B3E-DA0E-0402-9233-7FDED0E781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D941E7-089E-06DE-589F-9DB82B1268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8C8000-B6BC-0A91-F525-34817FC55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73695-6285-C22A-0279-90EE75200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D53B7-D68F-7FAB-A532-C92CC855B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35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D8629-A0B8-BE6B-2851-0162EB3E2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6D024-0E93-E0F6-9063-76F46E0B7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61D611-7B54-24D6-7DC1-CAFADC21EA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2CCC07-FC7C-7123-7236-DA837C5EC7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F8E96-9AF3-E135-F6ED-FBFD8FA07F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1B713-9F1A-B391-9011-1E3E34E20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8CC39E-23C0-85DC-F8AA-66BDA50DF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E26EDC-0912-3B50-FDFB-31574B59A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615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6679E-D6DE-B767-942A-8AF7AB1D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38A904-F43D-1485-CF44-A5EE3D2AB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600F0-0E79-B408-34F7-BDD9DDC75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728FF-527F-3E4C-6BE0-4DD7EDC55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550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1D400-9060-5A7C-F282-3863BC17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34D24-080F-EDCE-0935-B5DEEE662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F0C2A-4160-182A-5560-E25C2A313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94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69740-200A-074A-73D9-F5FCD7530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13C4D-1D67-9D78-AD15-C7961E4D4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2DD58-21D0-766F-DC79-F5D6095FB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51A528-1724-4E20-39EB-F7685960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64433D-1043-AB3A-C53C-057A78160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07C91-3DB6-75A5-8615-577E8B37A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7474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FBC36-38CC-6D86-CCB3-DFADAF0BA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ADDDE-DCB9-1C19-C044-1F3E8B729B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756617-011F-2513-0D15-3BDE67C5D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9CE3CF-54E0-922D-1C4A-74C924A03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62FDED-2ED5-890F-1125-40CB654B3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75D33D-0CEF-2F51-5439-D277855E2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0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02B5C-CEE6-062A-5230-D7126939D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28A768-1F3F-B0E0-CBF0-4D5D2A9AB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89C57-1B65-6443-0C50-80E47AAF4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458AF0-915F-E493-5D9C-44D91BADF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44CB5-92E4-9228-F632-44A2727B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555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ED008F-B32E-FF5D-2A1A-E9C69E9766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B31D6B-B3CB-8B58-F521-E5BE70053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6D4895-2738-71EB-4324-6388897F1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7F80E-FF5E-E1D3-F69F-A69E27C8D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91405-BA59-61C5-0C11-4A487BF0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514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DDE426-064E-C2EE-706C-0FA6F95DE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0FF520-0D7E-FBD6-74DC-7AF0BCBDC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2B339-DE97-5038-A1C2-C9AA6BC10B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DFAE05-33A5-42B2-8B0E-BC60315FEFBC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43794-44F0-9E3F-00FC-22E60D10B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73FD6-BBE8-1F2C-14BE-9F2E4E80C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AB68A4-0B23-49D9-AA8E-10BA8D2FAF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1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0CEE0B-EB00-A485-5BF4-A84CD386C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823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6FB348-25E4-F65A-8D24-D7F709708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66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16BE2F-825F-E7CA-8609-21CF4B205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118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1110AC-87E2-2B78-6794-2A4D0D888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514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8B112A-9FB6-3228-D53D-4A918BAA1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860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4AE083-FD25-D4A1-6069-96711A7A6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142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3BB00A9-1310-D9B9-58F6-53DD3161C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26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217EFF-CC06-CFB0-6736-E78C93AB39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022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795C6E-DD28-241B-D4C3-C555E695F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EFE962B-7112-2AEB-9DF7-54A235D3B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559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E1465C-4BF1-06FB-9261-47A01142E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960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62FD2C-3D34-9E8D-60CE-EE8ACBB82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13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103788-2848-4AC2-459D-5196D778D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41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B13511-8C78-55BC-0F55-EA0435493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888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887AB42-0E1B-105D-DEF5-6569BBA54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5969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6193E9-380E-117B-C527-ADD3E48EA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7549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4FD088-403D-876A-E9F0-97709CE04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800"/>
            <a:ext cx="1219200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10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0</Words>
  <Application>Microsoft Office PowerPoint</Application>
  <PresentationFormat>Widescreen</PresentationFormat>
  <Paragraphs>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Vaughn Staples</dc:creator>
  <cp:lastModifiedBy>Vaughn Staples</cp:lastModifiedBy>
  <cp:revision>1</cp:revision>
  <dcterms:created xsi:type="dcterms:W3CDTF">2026-04-02T11:13:13Z</dcterms:created>
  <dcterms:modified xsi:type="dcterms:W3CDTF">2026-04-04T03:16:39Z</dcterms:modified>
</cp:coreProperties>
</file>