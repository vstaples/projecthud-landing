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72" r:id="rId11"/>
    <p:sldId id="273" r:id="rId12"/>
    <p:sldId id="274" r:id="rId13"/>
    <p:sldId id="275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6" r:id="rId2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31A6823-4C57-4D97-91C6-2D99567E83A8}" v="23" dt="2026-04-17T20:00:58.72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93" d="100"/>
          <a:sy n="93" d="100"/>
        </p:scale>
        <p:origin x="1188" y="30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28" Type="http://schemas.microsoft.com/office/2015/10/relationships/revisionInfo" Target="revisionInfo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Vaughn Staples" userId="9a5933822faaa4bf" providerId="LiveId" clId="{BB914C8C-BCA1-484B-9A1F-EBF33ADB071F}"/>
    <pc:docChg chg="custSel addSld modSld">
      <pc:chgData name="Vaughn Staples" userId="9a5933822faaa4bf" providerId="LiveId" clId="{BB914C8C-BCA1-484B-9A1F-EBF33ADB071F}" dt="2026-04-17T20:01:10.532" v="465" actId="20577"/>
      <pc:docMkLst>
        <pc:docMk/>
      </pc:docMkLst>
      <pc:sldChg chg="addSp modSp mod">
        <pc:chgData name="Vaughn Staples" userId="9a5933822faaa4bf" providerId="LiveId" clId="{BB914C8C-BCA1-484B-9A1F-EBF33ADB071F}" dt="2026-04-17T19:52:36.892" v="106" actId="207"/>
        <pc:sldMkLst>
          <pc:docMk/>
          <pc:sldMk cId="1303823658" sldId="256"/>
        </pc:sldMkLst>
        <pc:spChg chg="add mod">
          <ac:chgData name="Vaughn Staples" userId="9a5933822faaa4bf" providerId="LiveId" clId="{BB914C8C-BCA1-484B-9A1F-EBF33ADB071F}" dt="2026-04-17T19:52:36.892" v="106" actId="207"/>
          <ac:spMkLst>
            <pc:docMk/>
            <pc:sldMk cId="1303823658" sldId="256"/>
            <ac:spMk id="2" creationId="{BD7F26B6-5FAE-3204-138C-61DB43C1B430}"/>
          </ac:spMkLst>
        </pc:spChg>
      </pc:sldChg>
      <pc:sldChg chg="addSp modSp mod">
        <pc:chgData name="Vaughn Staples" userId="9a5933822faaa4bf" providerId="LiveId" clId="{BB914C8C-BCA1-484B-9A1F-EBF33ADB071F}" dt="2026-04-17T19:52:33.760" v="105" actId="207"/>
        <pc:sldMkLst>
          <pc:docMk/>
          <pc:sldMk cId="364666111" sldId="257"/>
        </pc:sldMkLst>
        <pc:spChg chg="add mod">
          <ac:chgData name="Vaughn Staples" userId="9a5933822faaa4bf" providerId="LiveId" clId="{BB914C8C-BCA1-484B-9A1F-EBF33ADB071F}" dt="2026-04-17T19:52:33.760" v="105" actId="207"/>
          <ac:spMkLst>
            <pc:docMk/>
            <pc:sldMk cId="364666111" sldId="257"/>
            <ac:spMk id="2" creationId="{BE0E9318-B302-163B-52D7-7924D230E411}"/>
          </ac:spMkLst>
        </pc:spChg>
      </pc:sldChg>
      <pc:sldChg chg="addSp modSp mod">
        <pc:chgData name="Vaughn Staples" userId="9a5933822faaa4bf" providerId="LiveId" clId="{BB914C8C-BCA1-484B-9A1F-EBF33ADB071F}" dt="2026-04-17T19:52:29.892" v="104" actId="207"/>
        <pc:sldMkLst>
          <pc:docMk/>
          <pc:sldMk cId="3349118182" sldId="258"/>
        </pc:sldMkLst>
        <pc:spChg chg="add mod">
          <ac:chgData name="Vaughn Staples" userId="9a5933822faaa4bf" providerId="LiveId" clId="{BB914C8C-BCA1-484B-9A1F-EBF33ADB071F}" dt="2026-04-17T19:52:29.892" v="104" actId="207"/>
          <ac:spMkLst>
            <pc:docMk/>
            <pc:sldMk cId="3349118182" sldId="258"/>
            <ac:spMk id="2" creationId="{A163B0F2-19F9-B1A1-BB11-84D69C8ADF24}"/>
          </ac:spMkLst>
        </pc:spChg>
      </pc:sldChg>
      <pc:sldChg chg="addSp modSp mod">
        <pc:chgData name="Vaughn Staples" userId="9a5933822faaa4bf" providerId="LiveId" clId="{BB914C8C-BCA1-484B-9A1F-EBF33ADB071F}" dt="2026-04-17T19:52:53.509" v="116" actId="207"/>
        <pc:sldMkLst>
          <pc:docMk/>
          <pc:sldMk cId="2125514985" sldId="259"/>
        </pc:sldMkLst>
        <pc:spChg chg="add mod">
          <ac:chgData name="Vaughn Staples" userId="9a5933822faaa4bf" providerId="LiveId" clId="{BB914C8C-BCA1-484B-9A1F-EBF33ADB071F}" dt="2026-04-17T19:52:53.509" v="116" actId="207"/>
          <ac:spMkLst>
            <pc:docMk/>
            <pc:sldMk cId="2125514985" sldId="259"/>
            <ac:spMk id="2" creationId="{BC5981F0-A937-5E54-94CB-5CB3B5A8438A}"/>
          </ac:spMkLst>
        </pc:spChg>
      </pc:sldChg>
      <pc:sldChg chg="addSp modSp mod">
        <pc:chgData name="Vaughn Staples" userId="9a5933822faaa4bf" providerId="LiveId" clId="{BB914C8C-BCA1-484B-9A1F-EBF33ADB071F}" dt="2026-04-17T19:53:13.075" v="139" actId="207"/>
        <pc:sldMkLst>
          <pc:docMk/>
          <pc:sldMk cId="876860813" sldId="260"/>
        </pc:sldMkLst>
        <pc:spChg chg="add mod">
          <ac:chgData name="Vaughn Staples" userId="9a5933822faaa4bf" providerId="LiveId" clId="{BB914C8C-BCA1-484B-9A1F-EBF33ADB071F}" dt="2026-04-17T19:53:13.075" v="139" actId="207"/>
          <ac:spMkLst>
            <pc:docMk/>
            <pc:sldMk cId="876860813" sldId="260"/>
            <ac:spMk id="2" creationId="{81B69475-BD0F-AC17-91ED-2339A9771EB1}"/>
          </ac:spMkLst>
        </pc:spChg>
      </pc:sldChg>
      <pc:sldChg chg="addSp modSp mod">
        <pc:chgData name="Vaughn Staples" userId="9a5933822faaa4bf" providerId="LiveId" clId="{BB914C8C-BCA1-484B-9A1F-EBF33ADB071F}" dt="2026-04-17T19:53:28.491" v="149" actId="207"/>
        <pc:sldMkLst>
          <pc:docMk/>
          <pc:sldMk cId="806142707" sldId="261"/>
        </pc:sldMkLst>
        <pc:spChg chg="add mod">
          <ac:chgData name="Vaughn Staples" userId="9a5933822faaa4bf" providerId="LiveId" clId="{BB914C8C-BCA1-484B-9A1F-EBF33ADB071F}" dt="2026-04-17T19:53:28.491" v="149" actId="207"/>
          <ac:spMkLst>
            <pc:docMk/>
            <pc:sldMk cId="806142707" sldId="261"/>
            <ac:spMk id="2" creationId="{70037263-54B8-CE12-3303-9E0251ABA412}"/>
          </ac:spMkLst>
        </pc:spChg>
      </pc:sldChg>
      <pc:sldChg chg="addSp delSp modSp mod">
        <pc:chgData name="Vaughn Staples" userId="9a5933822faaa4bf" providerId="LiveId" clId="{BB914C8C-BCA1-484B-9A1F-EBF33ADB071F}" dt="2026-04-17T19:53:44.301" v="168" actId="207"/>
        <pc:sldMkLst>
          <pc:docMk/>
          <pc:sldMk cId="2810269388" sldId="262"/>
        </pc:sldMkLst>
        <pc:spChg chg="add mod">
          <ac:chgData name="Vaughn Staples" userId="9a5933822faaa4bf" providerId="LiveId" clId="{BB914C8C-BCA1-484B-9A1F-EBF33ADB071F}" dt="2026-04-17T19:53:44.301" v="168" actId="207"/>
          <ac:spMkLst>
            <pc:docMk/>
            <pc:sldMk cId="2810269388" sldId="262"/>
            <ac:spMk id="2" creationId="{5B260834-C155-5894-3C4A-81E1F0EC27DD}"/>
          </ac:spMkLst>
        </pc:spChg>
        <pc:picChg chg="add">
          <ac:chgData name="Vaughn Staples" userId="9a5933822faaa4bf" providerId="LiveId" clId="{BB914C8C-BCA1-484B-9A1F-EBF33ADB071F}" dt="2026-04-10T05:05:12.821" v="5" actId="22"/>
          <ac:picMkLst>
            <pc:docMk/>
            <pc:sldMk cId="2810269388" sldId="262"/>
            <ac:picMk id="3" creationId="{ED1329CF-4FFE-3C8F-CEDA-20CDC93C1AAC}"/>
          </ac:picMkLst>
        </pc:picChg>
      </pc:sldChg>
      <pc:sldChg chg="addSp delSp modSp mod">
        <pc:chgData name="Vaughn Staples" userId="9a5933822faaa4bf" providerId="LiveId" clId="{BB914C8C-BCA1-484B-9A1F-EBF33ADB071F}" dt="2026-04-17T19:56:45.447" v="188" actId="20577"/>
        <pc:sldMkLst>
          <pc:docMk/>
          <pc:sldMk cId="142702223" sldId="263"/>
        </pc:sldMkLst>
        <pc:spChg chg="add mod">
          <ac:chgData name="Vaughn Staples" userId="9a5933822faaa4bf" providerId="LiveId" clId="{BB914C8C-BCA1-484B-9A1F-EBF33ADB071F}" dt="2026-04-17T19:56:45.447" v="188" actId="20577"/>
          <ac:spMkLst>
            <pc:docMk/>
            <pc:sldMk cId="142702223" sldId="263"/>
            <ac:spMk id="2" creationId="{75D90D01-8709-2FF6-0F53-2E267457BD08}"/>
          </ac:spMkLst>
        </pc:spChg>
        <pc:picChg chg="add">
          <ac:chgData name="Vaughn Staples" userId="9a5933822faaa4bf" providerId="LiveId" clId="{BB914C8C-BCA1-484B-9A1F-EBF33ADB071F}" dt="2026-04-10T05:05:56.158" v="8" actId="22"/>
          <ac:picMkLst>
            <pc:docMk/>
            <pc:sldMk cId="142702223" sldId="263"/>
            <ac:picMk id="6" creationId="{0CF22EDD-E03B-EE11-9794-97797719173D}"/>
          </ac:picMkLst>
        </pc:picChg>
      </pc:sldChg>
      <pc:sldChg chg="addSp delSp modSp mod">
        <pc:chgData name="Vaughn Staples" userId="9a5933822faaa4bf" providerId="LiveId" clId="{BB914C8C-BCA1-484B-9A1F-EBF33ADB071F}" dt="2026-04-17T19:56:56.410" v="201" actId="20577"/>
        <pc:sldMkLst>
          <pc:docMk/>
          <pc:sldMk cId="2878559713" sldId="264"/>
        </pc:sldMkLst>
        <pc:spChg chg="add mod">
          <ac:chgData name="Vaughn Staples" userId="9a5933822faaa4bf" providerId="LiveId" clId="{BB914C8C-BCA1-484B-9A1F-EBF33ADB071F}" dt="2026-04-17T19:56:56.410" v="201" actId="20577"/>
          <ac:spMkLst>
            <pc:docMk/>
            <pc:sldMk cId="2878559713" sldId="264"/>
            <ac:spMk id="2" creationId="{A2AC526B-CE70-7B58-8C8F-3528B9A2AC05}"/>
          </ac:spMkLst>
        </pc:spChg>
        <pc:picChg chg="add">
          <ac:chgData name="Vaughn Staples" userId="9a5933822faaa4bf" providerId="LiveId" clId="{BB914C8C-BCA1-484B-9A1F-EBF33ADB071F}" dt="2026-04-10T05:06:25.809" v="9" actId="22"/>
          <ac:picMkLst>
            <pc:docMk/>
            <pc:sldMk cId="2878559713" sldId="264"/>
            <ac:picMk id="4" creationId="{F533E226-7E6D-D630-5ACE-B83CCC733B34}"/>
          </ac:picMkLst>
        </pc:picChg>
      </pc:sldChg>
      <pc:sldChg chg="addSp modSp mod">
        <pc:chgData name="Vaughn Staples" userId="9a5933822faaa4bf" providerId="LiveId" clId="{BB914C8C-BCA1-484B-9A1F-EBF33ADB071F}" dt="2026-04-17T19:58:36.408" v="307" actId="20577"/>
        <pc:sldMkLst>
          <pc:docMk/>
          <pc:sldMk cId="1065960390" sldId="265"/>
        </pc:sldMkLst>
        <pc:spChg chg="add mod">
          <ac:chgData name="Vaughn Staples" userId="9a5933822faaa4bf" providerId="LiveId" clId="{BB914C8C-BCA1-484B-9A1F-EBF33ADB071F}" dt="2026-04-17T19:58:36.408" v="307" actId="20577"/>
          <ac:spMkLst>
            <pc:docMk/>
            <pc:sldMk cId="1065960390" sldId="265"/>
            <ac:spMk id="2" creationId="{A7E94B87-E082-30CF-543A-1D4E88C0001F}"/>
          </ac:spMkLst>
        </pc:spChg>
      </pc:sldChg>
      <pc:sldChg chg="addSp modSp mod">
        <pc:chgData name="Vaughn Staples" userId="9a5933822faaa4bf" providerId="LiveId" clId="{BB914C8C-BCA1-484B-9A1F-EBF33ADB071F}" dt="2026-04-17T19:58:51.677" v="319" actId="20577"/>
        <pc:sldMkLst>
          <pc:docMk/>
          <pc:sldMk cId="924131761" sldId="266"/>
        </pc:sldMkLst>
        <pc:spChg chg="add mod">
          <ac:chgData name="Vaughn Staples" userId="9a5933822faaa4bf" providerId="LiveId" clId="{BB914C8C-BCA1-484B-9A1F-EBF33ADB071F}" dt="2026-04-17T19:58:37.955" v="308"/>
          <ac:spMkLst>
            <pc:docMk/>
            <pc:sldMk cId="924131761" sldId="266"/>
            <ac:spMk id="2" creationId="{E7012BF7-3E49-273B-0500-E839DC0CF457}"/>
          </ac:spMkLst>
        </pc:spChg>
        <pc:spChg chg="add mod">
          <ac:chgData name="Vaughn Staples" userId="9a5933822faaa4bf" providerId="LiveId" clId="{BB914C8C-BCA1-484B-9A1F-EBF33ADB071F}" dt="2026-04-17T19:58:51.677" v="319" actId="20577"/>
          <ac:spMkLst>
            <pc:docMk/>
            <pc:sldMk cId="924131761" sldId="266"/>
            <ac:spMk id="3" creationId="{980CE395-65D0-210F-2A84-04F11CA26843}"/>
          </ac:spMkLst>
        </pc:spChg>
      </pc:sldChg>
      <pc:sldChg chg="addSp modSp mod">
        <pc:chgData name="Vaughn Staples" userId="9a5933822faaa4bf" providerId="LiveId" clId="{BB914C8C-BCA1-484B-9A1F-EBF33ADB071F}" dt="2026-04-17T19:59:11.582" v="350" actId="20577"/>
        <pc:sldMkLst>
          <pc:docMk/>
          <pc:sldMk cId="1840141321" sldId="267"/>
        </pc:sldMkLst>
        <pc:spChg chg="add mod">
          <ac:chgData name="Vaughn Staples" userId="9a5933822faaa4bf" providerId="LiveId" clId="{BB914C8C-BCA1-484B-9A1F-EBF33ADB071F}" dt="2026-04-17T19:59:11.582" v="350" actId="20577"/>
          <ac:spMkLst>
            <pc:docMk/>
            <pc:sldMk cId="1840141321" sldId="267"/>
            <ac:spMk id="2" creationId="{B446DA73-7280-77A6-D38A-318EF95C6F96}"/>
          </ac:spMkLst>
        </pc:spChg>
      </pc:sldChg>
      <pc:sldChg chg="addSp modSp mod">
        <pc:chgData name="Vaughn Staples" userId="9a5933822faaa4bf" providerId="LiveId" clId="{BB914C8C-BCA1-484B-9A1F-EBF33ADB071F}" dt="2026-04-17T19:59:30.726" v="378" actId="20577"/>
        <pc:sldMkLst>
          <pc:docMk/>
          <pc:sldMk cId="2191888532" sldId="268"/>
        </pc:sldMkLst>
        <pc:spChg chg="add mod">
          <ac:chgData name="Vaughn Staples" userId="9a5933822faaa4bf" providerId="LiveId" clId="{BB914C8C-BCA1-484B-9A1F-EBF33ADB071F}" dt="2026-04-17T19:59:30.726" v="378" actId="20577"/>
          <ac:spMkLst>
            <pc:docMk/>
            <pc:sldMk cId="2191888532" sldId="268"/>
            <ac:spMk id="2" creationId="{A2DAB68D-1881-D279-E0D4-8709B977E871}"/>
          </ac:spMkLst>
        </pc:spChg>
      </pc:sldChg>
      <pc:sldChg chg="addSp modSp mod">
        <pc:chgData name="Vaughn Staples" userId="9a5933822faaa4bf" providerId="LiveId" clId="{BB914C8C-BCA1-484B-9A1F-EBF33ADB071F}" dt="2026-04-17T19:59:40.266" v="392" actId="20577"/>
        <pc:sldMkLst>
          <pc:docMk/>
          <pc:sldMk cId="1581596950" sldId="269"/>
        </pc:sldMkLst>
        <pc:spChg chg="add mod">
          <ac:chgData name="Vaughn Staples" userId="9a5933822faaa4bf" providerId="LiveId" clId="{BB914C8C-BCA1-484B-9A1F-EBF33ADB071F}" dt="2026-04-17T19:59:40.266" v="392" actId="20577"/>
          <ac:spMkLst>
            <pc:docMk/>
            <pc:sldMk cId="1581596950" sldId="269"/>
            <ac:spMk id="2" creationId="{576CE7BB-05B0-5339-8C2F-72D9A994D600}"/>
          </ac:spMkLst>
        </pc:spChg>
      </pc:sldChg>
      <pc:sldChg chg="addSp modSp mod">
        <pc:chgData name="Vaughn Staples" userId="9a5933822faaa4bf" providerId="LiveId" clId="{BB914C8C-BCA1-484B-9A1F-EBF33ADB071F}" dt="2026-04-17T19:59:47.319" v="409" actId="20577"/>
        <pc:sldMkLst>
          <pc:docMk/>
          <pc:sldMk cId="2959754928" sldId="270"/>
        </pc:sldMkLst>
        <pc:spChg chg="add mod">
          <ac:chgData name="Vaughn Staples" userId="9a5933822faaa4bf" providerId="LiveId" clId="{BB914C8C-BCA1-484B-9A1F-EBF33ADB071F}" dt="2026-04-17T19:59:47.319" v="409" actId="20577"/>
          <ac:spMkLst>
            <pc:docMk/>
            <pc:sldMk cId="2959754928" sldId="270"/>
            <ac:spMk id="2" creationId="{F0D9D447-E892-FEB6-6565-FEE7314F45C2}"/>
          </ac:spMkLst>
        </pc:spChg>
      </pc:sldChg>
      <pc:sldChg chg="addSp modSp mod">
        <pc:chgData name="Vaughn Staples" userId="9a5933822faaa4bf" providerId="LiveId" clId="{BB914C8C-BCA1-484B-9A1F-EBF33ADB071F}" dt="2026-04-17T19:59:58.365" v="433" actId="20577"/>
        <pc:sldMkLst>
          <pc:docMk/>
          <pc:sldMk cId="3217210439" sldId="271"/>
        </pc:sldMkLst>
        <pc:spChg chg="add mod">
          <ac:chgData name="Vaughn Staples" userId="9a5933822faaa4bf" providerId="LiveId" clId="{BB914C8C-BCA1-484B-9A1F-EBF33ADB071F}" dt="2026-04-17T19:59:58.365" v="433" actId="20577"/>
          <ac:spMkLst>
            <pc:docMk/>
            <pc:sldMk cId="3217210439" sldId="271"/>
            <ac:spMk id="2" creationId="{8FFAFCFE-AE6C-60D5-FC14-12EFB7FF9C19}"/>
          </ac:spMkLst>
        </pc:spChg>
      </pc:sldChg>
      <pc:sldChg chg="addSp delSp modSp new mod">
        <pc:chgData name="Vaughn Staples" userId="9a5933822faaa4bf" providerId="LiveId" clId="{BB914C8C-BCA1-484B-9A1F-EBF33ADB071F}" dt="2026-04-17T19:57:36.440" v="221" actId="20577"/>
        <pc:sldMkLst>
          <pc:docMk/>
          <pc:sldMk cId="4151877294" sldId="272"/>
        </pc:sldMkLst>
        <pc:spChg chg="add mod">
          <ac:chgData name="Vaughn Staples" userId="9a5933822faaa4bf" providerId="LiveId" clId="{BB914C8C-BCA1-484B-9A1F-EBF33ADB071F}" dt="2026-04-17T19:57:36.440" v="221" actId="20577"/>
          <ac:spMkLst>
            <pc:docMk/>
            <pc:sldMk cId="4151877294" sldId="272"/>
            <ac:spMk id="2" creationId="{1F15F0B2-F689-6D95-6CEA-FD91CD01A86C}"/>
          </ac:spMkLst>
        </pc:spChg>
        <pc:picChg chg="add">
          <ac:chgData name="Vaughn Staples" userId="9a5933822faaa4bf" providerId="LiveId" clId="{BB914C8C-BCA1-484B-9A1F-EBF33ADB071F}" dt="2026-04-10T05:06:58.152" v="12" actId="22"/>
          <ac:picMkLst>
            <pc:docMk/>
            <pc:sldMk cId="4151877294" sldId="272"/>
            <ac:picMk id="5" creationId="{D2864D2F-B1CC-82B7-484F-A38B3383105F}"/>
          </ac:picMkLst>
        </pc:picChg>
      </pc:sldChg>
      <pc:sldChg chg="addSp delSp modSp new mod">
        <pc:chgData name="Vaughn Staples" userId="9a5933822faaa4bf" providerId="LiveId" clId="{BB914C8C-BCA1-484B-9A1F-EBF33ADB071F}" dt="2026-04-17T19:58:03.872" v="246" actId="20577"/>
        <pc:sldMkLst>
          <pc:docMk/>
          <pc:sldMk cId="1866357744" sldId="273"/>
        </pc:sldMkLst>
        <pc:spChg chg="add mod">
          <ac:chgData name="Vaughn Staples" userId="9a5933822faaa4bf" providerId="LiveId" clId="{BB914C8C-BCA1-484B-9A1F-EBF33ADB071F}" dt="2026-04-17T19:58:03.872" v="246" actId="20577"/>
          <ac:spMkLst>
            <pc:docMk/>
            <pc:sldMk cId="1866357744" sldId="273"/>
            <ac:spMk id="2" creationId="{B4D36368-1EF0-FAB0-D6DC-7E319FA6647C}"/>
          </ac:spMkLst>
        </pc:spChg>
        <pc:picChg chg="add">
          <ac:chgData name="Vaughn Staples" userId="9a5933822faaa4bf" providerId="LiveId" clId="{BB914C8C-BCA1-484B-9A1F-EBF33ADB071F}" dt="2026-04-10T05:07:21.824" v="15" actId="22"/>
          <ac:picMkLst>
            <pc:docMk/>
            <pc:sldMk cId="1866357744" sldId="273"/>
            <ac:picMk id="5" creationId="{990CB799-A5C2-9801-B821-B2C6A61AE93F}"/>
          </ac:picMkLst>
        </pc:picChg>
      </pc:sldChg>
      <pc:sldChg chg="addSp delSp modSp new mod">
        <pc:chgData name="Vaughn Staples" userId="9a5933822faaa4bf" providerId="LiveId" clId="{BB914C8C-BCA1-484B-9A1F-EBF33ADB071F}" dt="2026-04-17T19:58:13.168" v="256" actId="20577"/>
        <pc:sldMkLst>
          <pc:docMk/>
          <pc:sldMk cId="539954587" sldId="274"/>
        </pc:sldMkLst>
        <pc:spChg chg="add mod">
          <ac:chgData name="Vaughn Staples" userId="9a5933822faaa4bf" providerId="LiveId" clId="{BB914C8C-BCA1-484B-9A1F-EBF33ADB071F}" dt="2026-04-17T19:58:13.168" v="256" actId="20577"/>
          <ac:spMkLst>
            <pc:docMk/>
            <pc:sldMk cId="539954587" sldId="274"/>
            <ac:spMk id="2" creationId="{3C711241-BA61-2E5D-3792-823EC8191A55}"/>
          </ac:spMkLst>
        </pc:spChg>
        <pc:picChg chg="add">
          <ac:chgData name="Vaughn Staples" userId="9a5933822faaa4bf" providerId="LiveId" clId="{BB914C8C-BCA1-484B-9A1F-EBF33ADB071F}" dt="2026-04-10T05:08:04.851" v="18" actId="22"/>
          <ac:picMkLst>
            <pc:docMk/>
            <pc:sldMk cId="539954587" sldId="274"/>
            <ac:picMk id="5" creationId="{8D8DEFED-3D70-8789-A897-4526A037A1B4}"/>
          </ac:picMkLst>
        </pc:picChg>
      </pc:sldChg>
      <pc:sldChg chg="addSp delSp modSp new mod">
        <pc:chgData name="Vaughn Staples" userId="9a5933822faaa4bf" providerId="LiveId" clId="{BB914C8C-BCA1-484B-9A1F-EBF33ADB071F}" dt="2026-04-17T19:58:22.340" v="281" actId="20577"/>
        <pc:sldMkLst>
          <pc:docMk/>
          <pc:sldMk cId="2248252599" sldId="275"/>
        </pc:sldMkLst>
        <pc:spChg chg="add mod">
          <ac:chgData name="Vaughn Staples" userId="9a5933822faaa4bf" providerId="LiveId" clId="{BB914C8C-BCA1-484B-9A1F-EBF33ADB071F}" dt="2026-04-17T19:58:22.340" v="281" actId="20577"/>
          <ac:spMkLst>
            <pc:docMk/>
            <pc:sldMk cId="2248252599" sldId="275"/>
            <ac:spMk id="2" creationId="{3849F261-26C5-32DE-D8BC-E8C1BD6EA9E1}"/>
          </ac:spMkLst>
        </pc:spChg>
        <pc:picChg chg="add">
          <ac:chgData name="Vaughn Staples" userId="9a5933822faaa4bf" providerId="LiveId" clId="{BB914C8C-BCA1-484B-9A1F-EBF33ADB071F}" dt="2026-04-10T05:08:19.544" v="21" actId="22"/>
          <ac:picMkLst>
            <pc:docMk/>
            <pc:sldMk cId="2248252599" sldId="275"/>
            <ac:picMk id="5" creationId="{FFA88C58-DFD7-5EFA-AFBC-D5D7C127CCB8}"/>
          </ac:picMkLst>
        </pc:picChg>
      </pc:sldChg>
      <pc:sldChg chg="addSp delSp modSp new mod">
        <pc:chgData name="Vaughn Staples" userId="9a5933822faaa4bf" providerId="LiveId" clId="{BB914C8C-BCA1-484B-9A1F-EBF33ADB071F}" dt="2026-04-17T20:01:10.532" v="465" actId="20577"/>
        <pc:sldMkLst>
          <pc:docMk/>
          <pc:sldMk cId="3372478806" sldId="276"/>
        </pc:sldMkLst>
        <pc:spChg chg="add mod">
          <ac:chgData name="Vaughn Staples" userId="9a5933822faaa4bf" providerId="LiveId" clId="{BB914C8C-BCA1-484B-9A1F-EBF33ADB071F}" dt="2026-04-17T20:01:10.532" v="465" actId="20577"/>
          <ac:spMkLst>
            <pc:docMk/>
            <pc:sldMk cId="3372478806" sldId="276"/>
            <ac:spMk id="7" creationId="{D2C583F9-250F-C554-FFB0-6CBBB6451AA4}"/>
          </ac:spMkLst>
        </pc:spChg>
        <pc:picChg chg="add del">
          <ac:chgData name="Vaughn Staples" userId="9a5933822faaa4bf" providerId="LiveId" clId="{BB914C8C-BCA1-484B-9A1F-EBF33ADB071F}" dt="2026-04-17T20:00:14.746" v="434" actId="478"/>
          <ac:picMkLst>
            <pc:docMk/>
            <pc:sldMk cId="3372478806" sldId="276"/>
            <ac:picMk id="5" creationId="{44403891-F23A-3FDD-4ACE-7CF67A0BD267}"/>
          </ac:picMkLst>
        </pc:picChg>
        <pc:picChg chg="add">
          <ac:chgData name="Vaughn Staples" userId="9a5933822faaa4bf" providerId="LiveId" clId="{BB914C8C-BCA1-484B-9A1F-EBF33ADB071F}" dt="2026-04-17T20:00:52.895" v="435" actId="22"/>
          <ac:picMkLst>
            <pc:docMk/>
            <pc:sldMk cId="3372478806" sldId="276"/>
            <ac:picMk id="6" creationId="{C751CF2D-281E-AE25-77C4-829BA73EE4FB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EAE696-BC0F-990E-3C04-790A0F5492F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326AC99-1280-13E2-A83F-710B80F15F6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C882B3E-4C44-4652-802E-B0F1983CAE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DFAE05-33A5-42B2-8B0E-BC60315FEFBC}" type="datetimeFigureOut">
              <a:rPr lang="en-US" smtClean="0"/>
              <a:t>4/18/2026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52DFAFF-CC11-471A-FA10-F08321BAA0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5384703-C9E9-CAA6-292C-93461A32C8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AB68A4-0B23-49D9-AA8E-10BA8D2FAF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784484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A5656D-621A-1C8E-FFAB-4BF493BFB1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E9BA0D-BE15-B18C-FD61-C60878AB5B4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4B9C90C-1731-0FE0-0230-E78D94F54A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DFAE05-33A5-42B2-8B0E-BC60315FEFBC}" type="datetimeFigureOut">
              <a:rPr lang="en-US" smtClean="0"/>
              <a:t>4/18/2026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8C4BB89-DB40-F81C-71FD-5CBAD49C03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CCD8E8A-DAB6-A1B7-1D66-AED1E662F2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AB68A4-0B23-49D9-AA8E-10BA8D2FAF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153129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4C4A76-EE67-6627-B954-621C632E74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78FF0FF-5D79-8C17-70EC-50EA3EB01C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9942D7-BFBD-224E-3E72-4916D429FA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DFAE05-33A5-42B2-8B0E-BC60315FEFBC}" type="datetimeFigureOut">
              <a:rPr lang="en-US" smtClean="0"/>
              <a:t>4/18/2026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F69C193-2301-3539-685B-7453C16E54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9C89C5-D2E8-E3B6-551C-8D2B023BC1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AB68A4-0B23-49D9-AA8E-10BA8D2FAF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832063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6DC4A7-9722-39FF-161B-DFB8AA2235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9E5B3E-DA0E-0402-9233-7FDED0E7814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4D941E7-089E-06DE-589F-9DB82B1268D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98C8000-B6BC-0A91-F525-34817FC550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DFAE05-33A5-42B2-8B0E-BC60315FEFBC}" type="datetimeFigureOut">
              <a:rPr lang="en-US" smtClean="0"/>
              <a:t>4/18/2026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2773695-6285-C22A-0279-90EE75200A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E1D53B7-D68F-7FAB-A532-C92CC855B9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AB68A4-0B23-49D9-AA8E-10BA8D2FAF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33523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9D8629-A0B8-BE6B-2851-0162EB3E26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426D024-0E93-E0F6-9063-76F46E0B705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861D611-7B54-24D6-7DC1-CAFADC21EA8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A2CCC07-FC7C-7123-7236-DA837C5EC7C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DCF8E96-9AF3-E135-F6ED-FBFD8FA07FA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CF1B713-9F1A-B391-9011-1E3E34E206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DFAE05-33A5-42B2-8B0E-BC60315FEFBC}" type="datetimeFigureOut">
              <a:rPr lang="en-US" smtClean="0"/>
              <a:t>4/18/2026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58CC39E-23C0-85DC-F8AA-66BDA50DF7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FE26EDC-0912-3B50-FDFB-31574B59A8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AB68A4-0B23-49D9-AA8E-10BA8D2FAF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461579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16679E-D6DE-B767-942A-8AF7AB1D70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438A904-F43D-1485-CF44-A5EE3D2AB5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DFAE05-33A5-42B2-8B0E-BC60315FEFBC}" type="datetimeFigureOut">
              <a:rPr lang="en-US" smtClean="0"/>
              <a:t>4/18/2026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C0600F0-0E79-B408-34F7-BDD9DDC757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3E728FF-527F-3E4C-6BE0-4DD7EDC552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AB68A4-0B23-49D9-AA8E-10BA8D2FAF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455080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631D400-9060-5A7C-F282-3863BC1735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DFAE05-33A5-42B2-8B0E-BC60315FEFBC}" type="datetimeFigureOut">
              <a:rPr lang="en-US" smtClean="0"/>
              <a:t>4/18/2026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9D34D24-080F-EDCE-0935-B5DEEE6625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9F0C2A-4160-182A-5560-E25C2A3131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AB68A4-0B23-49D9-AA8E-10BA8D2FAF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469459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969740-200A-074A-73D9-F5FCD7530E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413C4D-1D67-9D78-AD15-C7961E4D46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E72DD58-21D0-766F-DC79-F5D6095FBCC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F51A528-1724-4E20-39EB-F7685960DA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DFAE05-33A5-42B2-8B0E-BC60315FEFBC}" type="datetimeFigureOut">
              <a:rPr lang="en-US" smtClean="0"/>
              <a:t>4/18/2026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B64433D-1043-AB3A-C53C-057A78160F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0507C91-3DB6-75A5-8615-577E8B37A8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AB68A4-0B23-49D9-AA8E-10BA8D2FAF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074749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FFBC36-38CC-6D86-CCB3-DFADAF0BA0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5DADDDE-DCB9-1C19-C044-1F3E8B729B6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D756617-011F-2513-0D15-3BDE67C5D99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C9CE3CF-54E0-922D-1C4A-74C924A03D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DFAE05-33A5-42B2-8B0E-BC60315FEFBC}" type="datetimeFigureOut">
              <a:rPr lang="en-US" smtClean="0"/>
              <a:t>4/18/2026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362FDED-2ED5-890F-1125-40CB654B37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975D33D-0CEF-2F51-5439-D277855E2E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AB68A4-0B23-49D9-AA8E-10BA8D2FAF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80648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502B5C-CEE6-062A-5230-D7126939D3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928A768-1F3F-B0E0-CBF0-4D5D2A9AB0F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E489C57-1B65-6443-0C50-80E47AAF45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DFAE05-33A5-42B2-8B0E-BC60315FEFBC}" type="datetimeFigureOut">
              <a:rPr lang="en-US" smtClean="0"/>
              <a:t>4/18/2026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458AF0-915F-E493-5D9C-44D91BADF1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7A44CB5-92E4-9228-F632-44A2727B13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AB68A4-0B23-49D9-AA8E-10BA8D2FAF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95552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9ED008F-B32E-FF5D-2A1A-E9C69E97668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0B31D6B-B3CB-8B58-F521-E5BE700539D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6D4895-2738-71EB-4324-6388897F19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DFAE05-33A5-42B2-8B0E-BC60315FEFBC}" type="datetimeFigureOut">
              <a:rPr lang="en-US" smtClean="0"/>
              <a:t>4/18/2026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C7F80E-FF5E-E1D3-F69F-A69E27C8DB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E391405-BA59-61C5-0C11-4A487BF0C0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AB68A4-0B23-49D9-AA8E-10BA8D2FAF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151460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DDDE426-064E-C2EE-706C-0FA6F95DE0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0FF520-0D7E-FBD6-74DC-7AF0BCBDCF2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FB2B339-DE97-5038-A1C2-C9AA6BC10BF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9DFAE05-33A5-42B2-8B0E-BC60315FEFBC}" type="datetimeFigureOut">
              <a:rPr lang="en-US" smtClean="0"/>
              <a:t>4/18/2026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CB43794-44F0-9E3F-00FC-22E60D10B28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C573FD6-BBE8-1F2C-14BE-9F2E4E80C85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5AB68A4-0B23-49D9-AA8E-10BA8D2FAF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02109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D70CEE0B-EB00-A485-5BF4-A84CD386C49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31800"/>
            <a:ext cx="12192000" cy="59944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BD7F26B6-5FAE-3204-138C-61DB43C1B430}"/>
              </a:ext>
            </a:extLst>
          </p:cNvPr>
          <p:cNvSpPr txBox="1"/>
          <p:nvPr/>
        </p:nvSpPr>
        <p:spPr>
          <a:xfrm>
            <a:off x="-1" y="719190"/>
            <a:ext cx="12192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FFFF00"/>
                </a:solidFill>
              </a:rPr>
              <a:t>PROJECTHUD </a:t>
            </a:r>
            <a:r>
              <a:rPr lang="en-US" b="1" dirty="0">
                <a:solidFill>
                  <a:schemeClr val="bg1"/>
                </a:solidFill>
              </a:rPr>
              <a:t>DASHBOARD</a:t>
            </a:r>
          </a:p>
        </p:txBody>
      </p:sp>
    </p:spTree>
    <p:extLst>
      <p:ext uri="{BB962C8B-B14F-4D97-AF65-F5344CB8AC3E}">
        <p14:creationId xmlns:p14="http://schemas.microsoft.com/office/powerpoint/2010/main" val="130382365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846FB348-25E4-F65A-8D24-D7F709708F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31800"/>
            <a:ext cx="12192000" cy="59944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BE0E9318-B302-163B-52D7-7924D230E411}"/>
              </a:ext>
            </a:extLst>
          </p:cNvPr>
          <p:cNvSpPr txBox="1"/>
          <p:nvPr/>
        </p:nvSpPr>
        <p:spPr>
          <a:xfrm>
            <a:off x="0" y="719190"/>
            <a:ext cx="12192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FFFF00"/>
                </a:solidFill>
              </a:rPr>
              <a:t>PROJECTHUD </a:t>
            </a:r>
            <a:r>
              <a:rPr lang="en-US" b="1" dirty="0">
                <a:solidFill>
                  <a:schemeClr val="bg1"/>
                </a:solidFill>
              </a:rPr>
              <a:t>PROJECT</a:t>
            </a:r>
            <a:r>
              <a:rPr lang="en-US" b="1" dirty="0">
                <a:solidFill>
                  <a:srgbClr val="FFFF00"/>
                </a:solidFill>
              </a:rPr>
              <a:t> MANAGEMENT</a:t>
            </a:r>
          </a:p>
        </p:txBody>
      </p:sp>
    </p:spTree>
    <p:extLst>
      <p:ext uri="{BB962C8B-B14F-4D97-AF65-F5344CB8AC3E}">
        <p14:creationId xmlns:p14="http://schemas.microsoft.com/office/powerpoint/2010/main" val="36466611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716BE2F-825F-E7CA-8609-21CF4B205D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31800"/>
            <a:ext cx="12192000" cy="59944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A163B0F2-19F9-B1A1-BB11-84D69C8ADF24}"/>
              </a:ext>
            </a:extLst>
          </p:cNvPr>
          <p:cNvSpPr txBox="1"/>
          <p:nvPr/>
        </p:nvSpPr>
        <p:spPr>
          <a:xfrm>
            <a:off x="0" y="719190"/>
            <a:ext cx="12192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FFFF00"/>
                </a:solidFill>
              </a:rPr>
              <a:t>PROJECTHUD </a:t>
            </a:r>
            <a:r>
              <a:rPr lang="en-US" b="1" dirty="0">
                <a:solidFill>
                  <a:schemeClr val="bg1"/>
                </a:solidFill>
              </a:rPr>
              <a:t>USER</a:t>
            </a:r>
            <a:r>
              <a:rPr lang="en-US" b="1" dirty="0">
                <a:solidFill>
                  <a:srgbClr val="FFFF00"/>
                </a:solidFill>
              </a:rPr>
              <a:t> MANAGEMENT</a:t>
            </a:r>
          </a:p>
        </p:txBody>
      </p:sp>
    </p:spTree>
    <p:extLst>
      <p:ext uri="{BB962C8B-B14F-4D97-AF65-F5344CB8AC3E}">
        <p14:creationId xmlns:p14="http://schemas.microsoft.com/office/powerpoint/2010/main" val="334911818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6F1110AC-87E2-2B78-6794-2A4D0D8880A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31800"/>
            <a:ext cx="12192000" cy="59944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BC5981F0-A937-5E54-94CB-5CB3B5A8438A}"/>
              </a:ext>
            </a:extLst>
          </p:cNvPr>
          <p:cNvSpPr txBox="1"/>
          <p:nvPr/>
        </p:nvSpPr>
        <p:spPr>
          <a:xfrm>
            <a:off x="0" y="719190"/>
            <a:ext cx="12192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FFFF00"/>
                </a:solidFill>
              </a:rPr>
              <a:t>PROJECTHUD </a:t>
            </a:r>
            <a:r>
              <a:rPr lang="en-US" b="1" dirty="0">
                <a:solidFill>
                  <a:schemeClr val="bg1"/>
                </a:solidFill>
              </a:rPr>
              <a:t>PIPELINE</a:t>
            </a:r>
            <a:r>
              <a:rPr lang="en-US" b="1" dirty="0">
                <a:solidFill>
                  <a:srgbClr val="FFFF00"/>
                </a:solidFill>
              </a:rPr>
              <a:t> MANAGEMENT</a:t>
            </a:r>
          </a:p>
        </p:txBody>
      </p:sp>
    </p:spTree>
    <p:extLst>
      <p:ext uri="{BB962C8B-B14F-4D97-AF65-F5344CB8AC3E}">
        <p14:creationId xmlns:p14="http://schemas.microsoft.com/office/powerpoint/2010/main" val="212551498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B8B112A-9FB6-3228-D53D-4A918BAA188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31800"/>
            <a:ext cx="12192000" cy="59944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81B69475-BD0F-AC17-91ED-2339A9771EB1}"/>
              </a:ext>
            </a:extLst>
          </p:cNvPr>
          <p:cNvSpPr txBox="1"/>
          <p:nvPr/>
        </p:nvSpPr>
        <p:spPr>
          <a:xfrm>
            <a:off x="0" y="719190"/>
            <a:ext cx="12192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FFFF00"/>
                </a:solidFill>
              </a:rPr>
              <a:t>PROJECTHUD </a:t>
            </a:r>
            <a:r>
              <a:rPr lang="en-US" b="1" dirty="0">
                <a:solidFill>
                  <a:schemeClr val="bg1"/>
                </a:solidFill>
              </a:rPr>
              <a:t>MEETING MINUTES</a:t>
            </a:r>
          </a:p>
        </p:txBody>
      </p:sp>
    </p:spTree>
    <p:extLst>
      <p:ext uri="{BB962C8B-B14F-4D97-AF65-F5344CB8AC3E}">
        <p14:creationId xmlns:p14="http://schemas.microsoft.com/office/powerpoint/2010/main" val="87686081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F84AE083-FD25-D4A1-6069-96711A7A639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31800"/>
            <a:ext cx="12192000" cy="59944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70037263-54B8-CE12-3303-9E0251ABA412}"/>
              </a:ext>
            </a:extLst>
          </p:cNvPr>
          <p:cNvSpPr txBox="1"/>
          <p:nvPr/>
        </p:nvSpPr>
        <p:spPr>
          <a:xfrm>
            <a:off x="0" y="719190"/>
            <a:ext cx="12192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FFFF00"/>
                </a:solidFill>
              </a:rPr>
              <a:t>PROJECTHUD </a:t>
            </a:r>
            <a:r>
              <a:rPr lang="en-US" b="1" dirty="0">
                <a:solidFill>
                  <a:schemeClr val="bg1"/>
                </a:solidFill>
              </a:rPr>
              <a:t>PROPOSAL</a:t>
            </a:r>
            <a:r>
              <a:rPr lang="en-US" b="1" dirty="0">
                <a:solidFill>
                  <a:srgbClr val="FFFF00"/>
                </a:solidFill>
              </a:rPr>
              <a:t> MANAGEMENT</a:t>
            </a:r>
          </a:p>
        </p:txBody>
      </p:sp>
    </p:spTree>
    <p:extLst>
      <p:ext uri="{BB962C8B-B14F-4D97-AF65-F5344CB8AC3E}">
        <p14:creationId xmlns:p14="http://schemas.microsoft.com/office/powerpoint/2010/main" val="80614270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D1329CF-4FFE-3C8F-CEDA-20CDC93C1AA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31800"/>
            <a:ext cx="12192000" cy="59944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5B260834-C155-5894-3C4A-81E1F0EC27DD}"/>
              </a:ext>
            </a:extLst>
          </p:cNvPr>
          <p:cNvSpPr txBox="1"/>
          <p:nvPr/>
        </p:nvSpPr>
        <p:spPr>
          <a:xfrm>
            <a:off x="0" y="719190"/>
            <a:ext cx="12192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FFFF00"/>
                </a:solidFill>
              </a:rPr>
              <a:t>CADENCE </a:t>
            </a:r>
            <a:r>
              <a:rPr lang="en-US" b="1" dirty="0">
                <a:solidFill>
                  <a:schemeClr val="bg1"/>
                </a:solidFill>
              </a:rPr>
              <a:t>DASHBOARD</a:t>
            </a:r>
          </a:p>
        </p:txBody>
      </p:sp>
    </p:spTree>
    <p:extLst>
      <p:ext uri="{BB962C8B-B14F-4D97-AF65-F5344CB8AC3E}">
        <p14:creationId xmlns:p14="http://schemas.microsoft.com/office/powerpoint/2010/main" val="281026938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0CF22EDD-E03B-EE11-9794-9779771917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31800"/>
            <a:ext cx="12192000" cy="59944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75D90D01-8709-2FF6-0F53-2E267457BD08}"/>
              </a:ext>
            </a:extLst>
          </p:cNvPr>
          <p:cNvSpPr txBox="1"/>
          <p:nvPr/>
        </p:nvSpPr>
        <p:spPr>
          <a:xfrm>
            <a:off x="0" y="719190"/>
            <a:ext cx="12192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FFFF00"/>
                </a:solidFill>
              </a:rPr>
              <a:t>CADENCE </a:t>
            </a:r>
            <a:r>
              <a:rPr lang="en-US" b="1" dirty="0">
                <a:solidFill>
                  <a:schemeClr val="bg1"/>
                </a:solidFill>
              </a:rPr>
              <a:t>WORKFLOW MANAGEMENT</a:t>
            </a:r>
          </a:p>
        </p:txBody>
      </p:sp>
    </p:spTree>
    <p:extLst>
      <p:ext uri="{BB962C8B-B14F-4D97-AF65-F5344CB8AC3E}">
        <p14:creationId xmlns:p14="http://schemas.microsoft.com/office/powerpoint/2010/main" val="14270222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F533E226-7E6D-D630-5ACE-B83CCC733B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31800"/>
            <a:ext cx="12192000" cy="59944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A2AC526B-CE70-7B58-8C8F-3528B9A2AC05}"/>
              </a:ext>
            </a:extLst>
          </p:cNvPr>
          <p:cNvSpPr txBox="1"/>
          <p:nvPr/>
        </p:nvSpPr>
        <p:spPr>
          <a:xfrm>
            <a:off x="0" y="719190"/>
            <a:ext cx="12192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FFFF00"/>
                </a:solidFill>
              </a:rPr>
              <a:t>CADENCE </a:t>
            </a:r>
            <a:r>
              <a:rPr lang="en-US" b="1" dirty="0">
                <a:solidFill>
                  <a:schemeClr val="bg1"/>
                </a:solidFill>
              </a:rPr>
              <a:t>FORM MANAGEMENT</a:t>
            </a:r>
          </a:p>
        </p:txBody>
      </p:sp>
    </p:spTree>
    <p:extLst>
      <p:ext uri="{BB962C8B-B14F-4D97-AF65-F5344CB8AC3E}">
        <p14:creationId xmlns:p14="http://schemas.microsoft.com/office/powerpoint/2010/main" val="287855971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D2864D2F-B1CC-82B7-484F-A38B338310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31800"/>
            <a:ext cx="12192000" cy="59944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1F15F0B2-F689-6D95-6CEA-FD91CD01A86C}"/>
              </a:ext>
            </a:extLst>
          </p:cNvPr>
          <p:cNvSpPr txBox="1"/>
          <p:nvPr/>
        </p:nvSpPr>
        <p:spPr>
          <a:xfrm>
            <a:off x="0" y="719190"/>
            <a:ext cx="12192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FFFF00"/>
                </a:solidFill>
              </a:rPr>
              <a:t>CADENCE </a:t>
            </a:r>
            <a:r>
              <a:rPr lang="en-US" b="1" dirty="0">
                <a:solidFill>
                  <a:schemeClr val="bg1"/>
                </a:solidFill>
              </a:rPr>
              <a:t>COVERAGE SIMULATION</a:t>
            </a:r>
          </a:p>
        </p:txBody>
      </p:sp>
    </p:spTree>
    <p:extLst>
      <p:ext uri="{BB962C8B-B14F-4D97-AF65-F5344CB8AC3E}">
        <p14:creationId xmlns:p14="http://schemas.microsoft.com/office/powerpoint/2010/main" val="415187729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90CB799-A5C2-9801-B821-B2C6A61AE9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31800"/>
            <a:ext cx="12192000" cy="59944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B4D36368-1EF0-FAB0-D6DC-7E319FA6647C}"/>
              </a:ext>
            </a:extLst>
          </p:cNvPr>
          <p:cNvSpPr txBox="1"/>
          <p:nvPr/>
        </p:nvSpPr>
        <p:spPr>
          <a:xfrm>
            <a:off x="0" y="719190"/>
            <a:ext cx="12192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FFFF00"/>
                </a:solidFill>
              </a:rPr>
              <a:t>CADENCE </a:t>
            </a:r>
            <a:r>
              <a:rPr lang="en-US" b="1" dirty="0">
                <a:solidFill>
                  <a:schemeClr val="bg1"/>
                </a:solidFill>
              </a:rPr>
              <a:t>SIMULATION SCRIPT EDITOR</a:t>
            </a:r>
          </a:p>
        </p:txBody>
      </p:sp>
    </p:spTree>
    <p:extLst>
      <p:ext uri="{BB962C8B-B14F-4D97-AF65-F5344CB8AC3E}">
        <p14:creationId xmlns:p14="http://schemas.microsoft.com/office/powerpoint/2010/main" val="186635774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8D8DEFED-3D70-8789-A897-4526A037A1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31800"/>
            <a:ext cx="12192000" cy="59944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3C711241-BA61-2E5D-3792-823EC8191A55}"/>
              </a:ext>
            </a:extLst>
          </p:cNvPr>
          <p:cNvSpPr txBox="1"/>
          <p:nvPr/>
        </p:nvSpPr>
        <p:spPr>
          <a:xfrm>
            <a:off x="0" y="719190"/>
            <a:ext cx="12192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FFFF00"/>
                </a:solidFill>
              </a:rPr>
              <a:t>CADENCE </a:t>
            </a:r>
            <a:r>
              <a:rPr lang="en-US" b="1" dirty="0">
                <a:solidFill>
                  <a:schemeClr val="bg1"/>
                </a:solidFill>
              </a:rPr>
              <a:t>WORKFLOW SIMULATOR</a:t>
            </a:r>
          </a:p>
        </p:txBody>
      </p:sp>
    </p:spTree>
    <p:extLst>
      <p:ext uri="{BB962C8B-B14F-4D97-AF65-F5344CB8AC3E}">
        <p14:creationId xmlns:p14="http://schemas.microsoft.com/office/powerpoint/2010/main" val="53995458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FFA88C58-DFD7-5EFA-AFBC-D5D7C127CC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31800"/>
            <a:ext cx="12192000" cy="59944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3849F261-26C5-32DE-D8BC-E8C1BD6EA9E1}"/>
              </a:ext>
            </a:extLst>
          </p:cNvPr>
          <p:cNvSpPr txBox="1"/>
          <p:nvPr/>
        </p:nvSpPr>
        <p:spPr>
          <a:xfrm>
            <a:off x="0" y="719190"/>
            <a:ext cx="12192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FFFF00"/>
                </a:solidFill>
              </a:rPr>
              <a:t>CADENCE </a:t>
            </a:r>
            <a:r>
              <a:rPr lang="en-US" b="1" dirty="0">
                <a:solidFill>
                  <a:schemeClr val="bg1"/>
                </a:solidFill>
              </a:rPr>
              <a:t>SIMULATION CERTIFICATE</a:t>
            </a:r>
          </a:p>
        </p:txBody>
      </p:sp>
    </p:spTree>
    <p:extLst>
      <p:ext uri="{BB962C8B-B14F-4D97-AF65-F5344CB8AC3E}">
        <p14:creationId xmlns:p14="http://schemas.microsoft.com/office/powerpoint/2010/main" val="224825259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2EE1465C-4BF1-06FB-9261-47A01142E1A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31800"/>
            <a:ext cx="12192000" cy="59944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A7E94B87-E082-30CF-543A-1D4E88C0001F}"/>
              </a:ext>
            </a:extLst>
          </p:cNvPr>
          <p:cNvSpPr txBox="1"/>
          <p:nvPr/>
        </p:nvSpPr>
        <p:spPr>
          <a:xfrm>
            <a:off x="0" y="719190"/>
            <a:ext cx="12192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FFFF00"/>
                </a:solidFill>
              </a:rPr>
              <a:t>COMPASS </a:t>
            </a:r>
            <a:r>
              <a:rPr lang="en-US" b="1" dirty="0">
                <a:solidFill>
                  <a:schemeClr val="bg1"/>
                </a:solidFill>
              </a:rPr>
              <a:t>PERSONAL DASHBOARD</a:t>
            </a:r>
          </a:p>
        </p:txBody>
      </p:sp>
    </p:spTree>
    <p:extLst>
      <p:ext uri="{BB962C8B-B14F-4D97-AF65-F5344CB8AC3E}">
        <p14:creationId xmlns:p14="http://schemas.microsoft.com/office/powerpoint/2010/main" val="106596039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C62FD2C-3D34-9E8D-60CE-EE8ACBB82E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31800"/>
            <a:ext cx="12192000" cy="59944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980CE395-65D0-210F-2A84-04F11CA26843}"/>
              </a:ext>
            </a:extLst>
          </p:cNvPr>
          <p:cNvSpPr txBox="1"/>
          <p:nvPr/>
        </p:nvSpPr>
        <p:spPr>
          <a:xfrm>
            <a:off x="0" y="719190"/>
            <a:ext cx="12192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FFFF00"/>
                </a:solidFill>
              </a:rPr>
              <a:t>COMPASS </a:t>
            </a:r>
            <a:r>
              <a:rPr lang="en-US" b="1" dirty="0">
                <a:solidFill>
                  <a:schemeClr val="bg1"/>
                </a:solidFill>
              </a:rPr>
              <a:t>TIME ENTRY</a:t>
            </a:r>
          </a:p>
        </p:txBody>
      </p:sp>
    </p:spTree>
    <p:extLst>
      <p:ext uri="{BB962C8B-B14F-4D97-AF65-F5344CB8AC3E}">
        <p14:creationId xmlns:p14="http://schemas.microsoft.com/office/powerpoint/2010/main" val="92413176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A7103788-2848-4AC2-459D-5196D778D3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31800"/>
            <a:ext cx="12192000" cy="59944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B446DA73-7280-77A6-D38A-318EF95C6F96}"/>
              </a:ext>
            </a:extLst>
          </p:cNvPr>
          <p:cNvSpPr txBox="1"/>
          <p:nvPr/>
        </p:nvSpPr>
        <p:spPr>
          <a:xfrm>
            <a:off x="0" y="719190"/>
            <a:ext cx="12192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FFFF00"/>
                </a:solidFill>
              </a:rPr>
              <a:t>COMPASS </a:t>
            </a:r>
            <a:r>
              <a:rPr lang="en-US" b="1" dirty="0">
                <a:solidFill>
                  <a:schemeClr val="bg1"/>
                </a:solidFill>
              </a:rPr>
              <a:t>CALENDAR/TASK MANAGEMENT</a:t>
            </a:r>
          </a:p>
        </p:txBody>
      </p:sp>
    </p:spTree>
    <p:extLst>
      <p:ext uri="{BB962C8B-B14F-4D97-AF65-F5344CB8AC3E}">
        <p14:creationId xmlns:p14="http://schemas.microsoft.com/office/powerpoint/2010/main" val="184014132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21B13511-8C78-55BC-0F55-EA04354936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31800"/>
            <a:ext cx="12192000" cy="59944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A2DAB68D-1881-D279-E0D4-8709B977E871}"/>
              </a:ext>
            </a:extLst>
          </p:cNvPr>
          <p:cNvSpPr txBox="1"/>
          <p:nvPr/>
        </p:nvSpPr>
        <p:spPr>
          <a:xfrm>
            <a:off x="0" y="719190"/>
            <a:ext cx="12192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FFFF00"/>
                </a:solidFill>
              </a:rPr>
              <a:t>COMPASS </a:t>
            </a:r>
            <a:r>
              <a:rPr lang="en-US" b="1" dirty="0">
                <a:solidFill>
                  <a:schemeClr val="bg1"/>
                </a:solidFill>
              </a:rPr>
              <a:t>MEETING MINUTES MANAGER</a:t>
            </a:r>
          </a:p>
        </p:txBody>
      </p:sp>
    </p:spTree>
    <p:extLst>
      <p:ext uri="{BB962C8B-B14F-4D97-AF65-F5344CB8AC3E}">
        <p14:creationId xmlns:p14="http://schemas.microsoft.com/office/powerpoint/2010/main" val="219188853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8887AB42-0E1B-105D-DEF5-6569BBA542F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31800"/>
            <a:ext cx="12192000" cy="59944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576CE7BB-05B0-5339-8C2F-72D9A994D600}"/>
              </a:ext>
            </a:extLst>
          </p:cNvPr>
          <p:cNvSpPr txBox="1"/>
          <p:nvPr/>
        </p:nvSpPr>
        <p:spPr>
          <a:xfrm>
            <a:off x="0" y="719190"/>
            <a:ext cx="12192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FFFF00"/>
                </a:solidFill>
              </a:rPr>
              <a:t>COMPASS </a:t>
            </a:r>
            <a:r>
              <a:rPr lang="en-US" b="1" dirty="0">
                <a:solidFill>
                  <a:schemeClr val="bg1"/>
                </a:solidFill>
              </a:rPr>
              <a:t>VIEWS MANAGER</a:t>
            </a:r>
          </a:p>
        </p:txBody>
      </p:sp>
    </p:spTree>
    <p:extLst>
      <p:ext uri="{BB962C8B-B14F-4D97-AF65-F5344CB8AC3E}">
        <p14:creationId xmlns:p14="http://schemas.microsoft.com/office/powerpoint/2010/main" val="158159695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696193E9-380E-117B-C527-ADD3E48EA3E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31800"/>
            <a:ext cx="12192000" cy="59944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F0D9D447-E892-FEB6-6565-FEE7314F45C2}"/>
              </a:ext>
            </a:extLst>
          </p:cNvPr>
          <p:cNvSpPr txBox="1"/>
          <p:nvPr/>
        </p:nvSpPr>
        <p:spPr>
          <a:xfrm>
            <a:off x="0" y="719190"/>
            <a:ext cx="12192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FFFF00"/>
                </a:solidFill>
              </a:rPr>
              <a:t>COMPASS </a:t>
            </a:r>
            <a:r>
              <a:rPr lang="en-US" b="1" dirty="0">
                <a:solidFill>
                  <a:schemeClr val="bg1"/>
                </a:solidFill>
              </a:rPr>
              <a:t>NOTES MANAGEMENT</a:t>
            </a:r>
          </a:p>
        </p:txBody>
      </p:sp>
    </p:spTree>
    <p:extLst>
      <p:ext uri="{BB962C8B-B14F-4D97-AF65-F5344CB8AC3E}">
        <p14:creationId xmlns:p14="http://schemas.microsoft.com/office/powerpoint/2010/main" val="295975492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444FD088-403D-876A-E9F0-97709CE048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31800"/>
            <a:ext cx="12192000" cy="59944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8FFAFCFE-AE6C-60D5-FC14-12EFB7FF9C19}"/>
              </a:ext>
            </a:extLst>
          </p:cNvPr>
          <p:cNvSpPr txBox="1"/>
          <p:nvPr/>
        </p:nvSpPr>
        <p:spPr>
          <a:xfrm>
            <a:off x="0" y="719190"/>
            <a:ext cx="12192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FFFF00"/>
                </a:solidFill>
              </a:rPr>
              <a:t>COMPASS </a:t>
            </a:r>
            <a:r>
              <a:rPr lang="en-US" b="1" dirty="0">
                <a:solidFill>
                  <a:schemeClr val="bg1"/>
                </a:solidFill>
              </a:rPr>
              <a:t>FORM &amp; WORKFLOW LIBRARY</a:t>
            </a:r>
          </a:p>
        </p:txBody>
      </p:sp>
    </p:spTree>
    <p:extLst>
      <p:ext uri="{BB962C8B-B14F-4D97-AF65-F5344CB8AC3E}">
        <p14:creationId xmlns:p14="http://schemas.microsoft.com/office/powerpoint/2010/main" val="321721043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D39C31-9821-FC6E-8C28-40DAA53D89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51F82C-EDAD-3551-3F35-D4A7500696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751CF2D-281E-AE25-77C4-829BA73EE4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31800"/>
            <a:ext cx="12192000" cy="59944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D2C583F9-250F-C554-FFB0-6CBBB6451AA4}"/>
              </a:ext>
            </a:extLst>
          </p:cNvPr>
          <p:cNvSpPr txBox="1"/>
          <p:nvPr/>
        </p:nvSpPr>
        <p:spPr>
          <a:xfrm>
            <a:off x="0" y="719190"/>
            <a:ext cx="12192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>
                <a:solidFill>
                  <a:srgbClr val="FFFF00"/>
                </a:solidFill>
              </a:rPr>
              <a:t>AEGIS </a:t>
            </a:r>
            <a:r>
              <a:rPr lang="en-US" b="1">
                <a:solidFill>
                  <a:schemeClr val="bg1"/>
                </a:solidFill>
              </a:rPr>
              <a:t>COMMAND CENTER</a:t>
            </a:r>
            <a:endParaRPr lang="en-US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7247880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38</TotalTime>
  <Words>67</Words>
  <Application>Microsoft Office PowerPoint</Application>
  <PresentationFormat>Widescreen</PresentationFormat>
  <Paragraphs>21</Paragraphs>
  <Slides>21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5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Vaughn Staples</dc:creator>
  <cp:lastModifiedBy>Vaughn Staples</cp:lastModifiedBy>
  <cp:revision>1</cp:revision>
  <dcterms:created xsi:type="dcterms:W3CDTF">2026-04-02T11:13:13Z</dcterms:created>
  <dcterms:modified xsi:type="dcterms:W3CDTF">2026-04-17T20:01:11Z</dcterms:modified>
</cp:coreProperties>
</file>