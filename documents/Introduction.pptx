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73" r:id="rId12"/>
    <p:sldId id="274" r:id="rId13"/>
    <p:sldId id="275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29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custSel addSld modSld">
      <pc:chgData name="Vaughn Staples" userId="9a5933822faaa4bf" providerId="LiveId" clId="{BB914C8C-BCA1-484B-9A1F-EBF33ADB071F}" dt="2026-04-10T05:08:19.544" v="21" actId="22"/>
      <pc:docMkLst>
        <pc:docMk/>
      </pc:docMkLst>
      <pc:sldChg chg="addSp delSp mod">
        <pc:chgData name="Vaughn Staples" userId="9a5933822faaa4bf" providerId="LiveId" clId="{BB914C8C-BCA1-484B-9A1F-EBF33ADB071F}" dt="2026-04-10T05:05:12.821" v="5" actId="22"/>
        <pc:sldMkLst>
          <pc:docMk/>
          <pc:sldMk cId="2810269388" sldId="262"/>
        </pc:sldMkLst>
        <pc:picChg chg="add">
          <ac:chgData name="Vaughn Staples" userId="9a5933822faaa4bf" providerId="LiveId" clId="{BB914C8C-BCA1-484B-9A1F-EBF33ADB071F}" dt="2026-04-10T05:05:12.821" v="5" actId="22"/>
          <ac:picMkLst>
            <pc:docMk/>
            <pc:sldMk cId="2810269388" sldId="262"/>
            <ac:picMk id="3" creationId="{ED1329CF-4FFE-3C8F-CEDA-20CDC93C1AAC}"/>
          </ac:picMkLst>
        </pc:picChg>
        <pc:picChg chg="del">
          <ac:chgData name="Vaughn Staples" userId="9a5933822faaa4bf" providerId="LiveId" clId="{BB914C8C-BCA1-484B-9A1F-EBF33ADB071F}" dt="2026-04-10T05:04:32.366" v="1" actId="478"/>
          <ac:picMkLst>
            <pc:docMk/>
            <pc:sldMk cId="2810269388" sldId="262"/>
            <ac:picMk id="5" creationId="{23BB00A9-1310-D9B9-58F6-53DD3161CC82}"/>
          </ac:picMkLst>
        </pc:picChg>
      </pc:sldChg>
      <pc:sldChg chg="addSp delSp mod">
        <pc:chgData name="Vaughn Staples" userId="9a5933822faaa4bf" providerId="LiveId" clId="{BB914C8C-BCA1-484B-9A1F-EBF33ADB071F}" dt="2026-04-10T05:05:56.158" v="8" actId="22"/>
        <pc:sldMkLst>
          <pc:docMk/>
          <pc:sldMk cId="142702223" sldId="263"/>
        </pc:sldMkLst>
        <pc:picChg chg="add del">
          <ac:chgData name="Vaughn Staples" userId="9a5933822faaa4bf" providerId="LiveId" clId="{BB914C8C-BCA1-484B-9A1F-EBF33ADB071F}" dt="2026-04-10T05:05:41.730" v="7" actId="478"/>
          <ac:picMkLst>
            <pc:docMk/>
            <pc:sldMk cId="142702223" sldId="263"/>
            <ac:picMk id="3" creationId="{FFD69B28-11DB-6DB9-FB0C-F25DA0DB90D5}"/>
          </ac:picMkLst>
        </pc:picChg>
        <pc:picChg chg="del">
          <ac:chgData name="Vaughn Staples" userId="9a5933822faaa4bf" providerId="LiveId" clId="{BB914C8C-BCA1-484B-9A1F-EBF33ADB071F}" dt="2026-04-10T05:04:36.706" v="2" actId="478"/>
          <ac:picMkLst>
            <pc:docMk/>
            <pc:sldMk cId="142702223" sldId="263"/>
            <ac:picMk id="5" creationId="{90217EFF-CC06-CFB0-6736-E78C93AB3978}"/>
          </ac:picMkLst>
        </pc:picChg>
        <pc:picChg chg="add">
          <ac:chgData name="Vaughn Staples" userId="9a5933822faaa4bf" providerId="LiveId" clId="{BB914C8C-BCA1-484B-9A1F-EBF33ADB071F}" dt="2026-04-10T05:05:56.158" v="8" actId="22"/>
          <ac:picMkLst>
            <pc:docMk/>
            <pc:sldMk cId="142702223" sldId="263"/>
            <ac:picMk id="6" creationId="{0CF22EDD-E03B-EE11-9794-97797719173D}"/>
          </ac:picMkLst>
        </pc:picChg>
      </pc:sldChg>
      <pc:sldChg chg="addSp delSp mod">
        <pc:chgData name="Vaughn Staples" userId="9a5933822faaa4bf" providerId="LiveId" clId="{BB914C8C-BCA1-484B-9A1F-EBF33ADB071F}" dt="2026-04-10T05:06:25.809" v="9" actId="22"/>
        <pc:sldMkLst>
          <pc:docMk/>
          <pc:sldMk cId="2878559713" sldId="264"/>
        </pc:sldMkLst>
        <pc:picChg chg="add del">
          <ac:chgData name="Vaughn Staples" userId="9a5933822faaa4bf" providerId="LiveId" clId="{BB914C8C-BCA1-484B-9A1F-EBF33ADB071F}" dt="2026-04-10T05:04:38.850" v="3" actId="478"/>
          <ac:picMkLst>
            <pc:docMk/>
            <pc:sldMk cId="2878559713" sldId="264"/>
            <ac:picMk id="3" creationId="{3EFE962B-7112-2AEB-9DF7-54A235D3B9A2}"/>
          </ac:picMkLst>
        </pc:picChg>
        <pc:picChg chg="add">
          <ac:chgData name="Vaughn Staples" userId="9a5933822faaa4bf" providerId="LiveId" clId="{BB914C8C-BCA1-484B-9A1F-EBF33ADB071F}" dt="2026-04-10T05:06:25.809" v="9" actId="22"/>
          <ac:picMkLst>
            <pc:docMk/>
            <pc:sldMk cId="2878559713" sldId="264"/>
            <ac:picMk id="4" creationId="{F533E226-7E6D-D630-5ACE-B83CCC733B34}"/>
          </ac:picMkLst>
        </pc:picChg>
        <pc:picChg chg="del">
          <ac:chgData name="Vaughn Staples" userId="9a5933822faaa4bf" providerId="LiveId" clId="{BB914C8C-BCA1-484B-9A1F-EBF33ADB071F}" dt="2026-04-10T05:04:41.882" v="4" actId="478"/>
          <ac:picMkLst>
            <pc:docMk/>
            <pc:sldMk cId="2878559713" sldId="264"/>
            <ac:picMk id="5" creationId="{84795C6E-DD28-241B-D4C3-C555E695F657}"/>
          </ac:picMkLst>
        </pc:picChg>
      </pc:sldChg>
      <pc:sldChg chg="addSp delSp new mod">
        <pc:chgData name="Vaughn Staples" userId="9a5933822faaa4bf" providerId="LiveId" clId="{BB914C8C-BCA1-484B-9A1F-EBF33ADB071F}" dt="2026-04-10T05:06:58.152" v="12" actId="22"/>
        <pc:sldMkLst>
          <pc:docMk/>
          <pc:sldMk cId="4151877294" sldId="272"/>
        </pc:sldMkLst>
        <pc:spChg chg="del">
          <ac:chgData name="Vaughn Staples" userId="9a5933822faaa4bf" providerId="LiveId" clId="{BB914C8C-BCA1-484B-9A1F-EBF33ADB071F}" dt="2026-04-10T05:06:32.895" v="11" actId="478"/>
          <ac:spMkLst>
            <pc:docMk/>
            <pc:sldMk cId="4151877294" sldId="272"/>
            <ac:spMk id="2" creationId="{6ABF9F45-B082-56E9-5AB8-3DA401B715EA}"/>
          </ac:spMkLst>
        </pc:spChg>
        <pc:spChg chg="del">
          <ac:chgData name="Vaughn Staples" userId="9a5933822faaa4bf" providerId="LiveId" clId="{BB914C8C-BCA1-484B-9A1F-EBF33ADB071F}" dt="2026-04-10T05:06:32.895" v="11" actId="478"/>
          <ac:spMkLst>
            <pc:docMk/>
            <pc:sldMk cId="4151877294" sldId="272"/>
            <ac:spMk id="3" creationId="{6CE2C0AA-DE65-29E7-CA27-5219EB421E7E}"/>
          </ac:spMkLst>
        </pc:spChg>
        <pc:picChg chg="add">
          <ac:chgData name="Vaughn Staples" userId="9a5933822faaa4bf" providerId="LiveId" clId="{BB914C8C-BCA1-484B-9A1F-EBF33ADB071F}" dt="2026-04-10T05:06:58.152" v="12" actId="22"/>
          <ac:picMkLst>
            <pc:docMk/>
            <pc:sldMk cId="4151877294" sldId="272"/>
            <ac:picMk id="5" creationId="{D2864D2F-B1CC-82B7-484F-A38B3383105F}"/>
          </ac:picMkLst>
        </pc:picChg>
      </pc:sldChg>
      <pc:sldChg chg="addSp delSp new mod">
        <pc:chgData name="Vaughn Staples" userId="9a5933822faaa4bf" providerId="LiveId" clId="{BB914C8C-BCA1-484B-9A1F-EBF33ADB071F}" dt="2026-04-10T05:07:21.824" v="15" actId="22"/>
        <pc:sldMkLst>
          <pc:docMk/>
          <pc:sldMk cId="1866357744" sldId="273"/>
        </pc:sldMkLst>
        <pc:spChg chg="del">
          <ac:chgData name="Vaughn Staples" userId="9a5933822faaa4bf" providerId="LiveId" clId="{BB914C8C-BCA1-484B-9A1F-EBF33ADB071F}" dt="2026-04-10T05:07:20.619" v="14" actId="478"/>
          <ac:spMkLst>
            <pc:docMk/>
            <pc:sldMk cId="1866357744" sldId="273"/>
            <ac:spMk id="2" creationId="{B9691869-FEEB-F3B6-FB4F-ED5AAB4EDCE4}"/>
          </ac:spMkLst>
        </pc:spChg>
        <pc:spChg chg="del">
          <ac:chgData name="Vaughn Staples" userId="9a5933822faaa4bf" providerId="LiveId" clId="{BB914C8C-BCA1-484B-9A1F-EBF33ADB071F}" dt="2026-04-10T05:07:20.619" v="14" actId="478"/>
          <ac:spMkLst>
            <pc:docMk/>
            <pc:sldMk cId="1866357744" sldId="273"/>
            <ac:spMk id="3" creationId="{3B8A60E9-8A63-4A06-6065-2A341610CAE7}"/>
          </ac:spMkLst>
        </pc:spChg>
        <pc:picChg chg="add">
          <ac:chgData name="Vaughn Staples" userId="9a5933822faaa4bf" providerId="LiveId" clId="{BB914C8C-BCA1-484B-9A1F-EBF33ADB071F}" dt="2026-04-10T05:07:21.824" v="15" actId="22"/>
          <ac:picMkLst>
            <pc:docMk/>
            <pc:sldMk cId="1866357744" sldId="273"/>
            <ac:picMk id="5" creationId="{990CB799-A5C2-9801-B821-B2C6A61AE93F}"/>
          </ac:picMkLst>
        </pc:picChg>
      </pc:sldChg>
      <pc:sldChg chg="addSp delSp new mod">
        <pc:chgData name="Vaughn Staples" userId="9a5933822faaa4bf" providerId="LiveId" clId="{BB914C8C-BCA1-484B-9A1F-EBF33ADB071F}" dt="2026-04-10T05:08:04.851" v="18" actId="22"/>
        <pc:sldMkLst>
          <pc:docMk/>
          <pc:sldMk cId="539954587" sldId="274"/>
        </pc:sldMkLst>
        <pc:spChg chg="del">
          <ac:chgData name="Vaughn Staples" userId="9a5933822faaa4bf" providerId="LiveId" clId="{BB914C8C-BCA1-484B-9A1F-EBF33ADB071F}" dt="2026-04-10T05:08:03.654" v="17" actId="478"/>
          <ac:spMkLst>
            <pc:docMk/>
            <pc:sldMk cId="539954587" sldId="274"/>
            <ac:spMk id="2" creationId="{0EF496BB-9D10-4DEA-4D51-69B22C431615}"/>
          </ac:spMkLst>
        </pc:spChg>
        <pc:spChg chg="del">
          <ac:chgData name="Vaughn Staples" userId="9a5933822faaa4bf" providerId="LiveId" clId="{BB914C8C-BCA1-484B-9A1F-EBF33ADB071F}" dt="2026-04-10T05:08:03.654" v="17" actId="478"/>
          <ac:spMkLst>
            <pc:docMk/>
            <pc:sldMk cId="539954587" sldId="274"/>
            <ac:spMk id="3" creationId="{597DB1DC-6185-3550-96E2-A40CC1BA5AD1}"/>
          </ac:spMkLst>
        </pc:spChg>
        <pc:picChg chg="add">
          <ac:chgData name="Vaughn Staples" userId="9a5933822faaa4bf" providerId="LiveId" clId="{BB914C8C-BCA1-484B-9A1F-EBF33ADB071F}" dt="2026-04-10T05:08:04.851" v="18" actId="22"/>
          <ac:picMkLst>
            <pc:docMk/>
            <pc:sldMk cId="539954587" sldId="274"/>
            <ac:picMk id="5" creationId="{8D8DEFED-3D70-8789-A897-4526A037A1B4}"/>
          </ac:picMkLst>
        </pc:picChg>
      </pc:sldChg>
      <pc:sldChg chg="addSp delSp new mod">
        <pc:chgData name="Vaughn Staples" userId="9a5933822faaa4bf" providerId="LiveId" clId="{BB914C8C-BCA1-484B-9A1F-EBF33ADB071F}" dt="2026-04-10T05:08:19.544" v="21" actId="22"/>
        <pc:sldMkLst>
          <pc:docMk/>
          <pc:sldMk cId="2248252599" sldId="275"/>
        </pc:sldMkLst>
        <pc:spChg chg="del">
          <ac:chgData name="Vaughn Staples" userId="9a5933822faaa4bf" providerId="LiveId" clId="{BB914C8C-BCA1-484B-9A1F-EBF33ADB071F}" dt="2026-04-10T05:08:12.534" v="20" actId="478"/>
          <ac:spMkLst>
            <pc:docMk/>
            <pc:sldMk cId="2248252599" sldId="275"/>
            <ac:spMk id="2" creationId="{31BFB366-E348-7E7F-8458-D1DE898B3CAE}"/>
          </ac:spMkLst>
        </pc:spChg>
        <pc:spChg chg="del">
          <ac:chgData name="Vaughn Staples" userId="9a5933822faaa4bf" providerId="LiveId" clId="{BB914C8C-BCA1-484B-9A1F-EBF33ADB071F}" dt="2026-04-10T05:08:12.534" v="20" actId="478"/>
          <ac:spMkLst>
            <pc:docMk/>
            <pc:sldMk cId="2248252599" sldId="275"/>
            <ac:spMk id="3" creationId="{F34D9536-2147-60D5-523C-81B470388CBA}"/>
          </ac:spMkLst>
        </pc:spChg>
        <pc:picChg chg="add">
          <ac:chgData name="Vaughn Staples" userId="9a5933822faaa4bf" providerId="LiveId" clId="{BB914C8C-BCA1-484B-9A1F-EBF33ADB071F}" dt="2026-04-10T05:08:19.544" v="21" actId="22"/>
          <ac:picMkLst>
            <pc:docMk/>
            <pc:sldMk cId="2248252599" sldId="275"/>
            <ac:picMk id="5" creationId="{FFA88C58-DFD7-5EFA-AFBC-D5D7C127CCB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1329CF-4FFE-3C8F-CEDA-20CDC93C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F22EDD-E03B-EE11-9794-977977191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33E226-7E6D-D630-5ACE-B83CCC733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864D2F-B1CC-82B7-484F-A38B33831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877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0CB799-A5C2-9801-B821-B2C6A61AE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3577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8DEFED-3D70-8789-A897-4526A037A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95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FA88C58-DFD7-5EFA-AFBC-D5D7C127C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2525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2026-04-10T05:08:21Z</dcterms:modified>
</cp:coreProperties>
</file>