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13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n Staples" userId="9a5933822faaa4bf" providerId="LiveId" clId="{BB914C8C-BCA1-484B-9A1F-EBF33ADB071F}"/>
    <pc:docChg chg="delSld">
      <pc:chgData name="Vaughn Staples" userId="9a5933822faaa4bf" providerId="LiveId" clId="{BB914C8C-BCA1-484B-9A1F-EBF33ADB071F}" dt="2026-03-31T01:18:01.913" v="0" actId="47"/>
      <pc:docMkLst>
        <pc:docMk/>
      </pc:docMkLst>
      <pc:sldChg chg="del">
        <pc:chgData name="Vaughn Staples" userId="9a5933822faaa4bf" providerId="LiveId" clId="{BB914C8C-BCA1-484B-9A1F-EBF33ADB071F}" dt="2026-03-31T01:18:01.913" v="0" actId="47"/>
        <pc:sldMkLst>
          <pc:docMk/>
          <pc:sldMk cId="1114002744" sldId="257"/>
        </pc:sldMkLst>
      </pc:sldChg>
      <pc:sldChg chg="del">
        <pc:chgData name="Vaughn Staples" userId="9a5933822faaa4bf" providerId="LiveId" clId="{BB914C8C-BCA1-484B-9A1F-EBF33ADB071F}" dt="2026-03-31T01:18:01.913" v="0" actId="47"/>
        <pc:sldMkLst>
          <pc:docMk/>
          <pc:sldMk cId="2051020928" sldId="258"/>
        </pc:sldMkLst>
      </pc:sldChg>
      <pc:sldChg chg="del">
        <pc:chgData name="Vaughn Staples" userId="9a5933822faaa4bf" providerId="LiveId" clId="{BB914C8C-BCA1-484B-9A1F-EBF33ADB071F}" dt="2026-03-31T01:18:01.913" v="0" actId="47"/>
        <pc:sldMkLst>
          <pc:docMk/>
          <pc:sldMk cId="3884556505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6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9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9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4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0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3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5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0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5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9C7E6-76CE-4D30-A090-A7C3A9CE0E8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EB529-1680-4747-ABE4-AD0FB1019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3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001783-F2D2-EB55-1300-69A2F135D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1"/>
            <a:ext cx="6858000" cy="890015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11FBBA8-02FC-B750-B91C-801147680724}"/>
              </a:ext>
            </a:extLst>
          </p:cNvPr>
          <p:cNvSpPr/>
          <p:nvPr/>
        </p:nvSpPr>
        <p:spPr>
          <a:xfrm>
            <a:off x="777240" y="1072514"/>
            <a:ext cx="4015740" cy="17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D27279-3480-AAF0-D36E-ADC37B5E0D41}"/>
              </a:ext>
            </a:extLst>
          </p:cNvPr>
          <p:cNvSpPr/>
          <p:nvPr/>
        </p:nvSpPr>
        <p:spPr>
          <a:xfrm>
            <a:off x="777240" y="1576069"/>
            <a:ext cx="4015740" cy="17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009834-5F5A-0DE4-B989-B01086B379A6}"/>
              </a:ext>
            </a:extLst>
          </p:cNvPr>
          <p:cNvSpPr/>
          <p:nvPr/>
        </p:nvSpPr>
        <p:spPr>
          <a:xfrm>
            <a:off x="777240" y="2104069"/>
            <a:ext cx="4015740" cy="17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2CCDDC-6962-2653-BC5F-83FE27920D9C}"/>
              </a:ext>
            </a:extLst>
          </p:cNvPr>
          <p:cNvSpPr/>
          <p:nvPr/>
        </p:nvSpPr>
        <p:spPr>
          <a:xfrm>
            <a:off x="777240" y="2597150"/>
            <a:ext cx="4015740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86660B-0B89-8DEE-24EF-5CE27BCE6F08}"/>
              </a:ext>
            </a:extLst>
          </p:cNvPr>
          <p:cNvSpPr/>
          <p:nvPr/>
        </p:nvSpPr>
        <p:spPr>
          <a:xfrm>
            <a:off x="777239" y="3114675"/>
            <a:ext cx="5133023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850217-C055-E13E-553D-EC22331666E3}"/>
              </a:ext>
            </a:extLst>
          </p:cNvPr>
          <p:cNvSpPr/>
          <p:nvPr/>
        </p:nvSpPr>
        <p:spPr>
          <a:xfrm>
            <a:off x="777239" y="3337876"/>
            <a:ext cx="5133023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EDEC3B-2C9A-704C-A86E-179C92430FE3}"/>
              </a:ext>
            </a:extLst>
          </p:cNvPr>
          <p:cNvSpPr/>
          <p:nvPr/>
        </p:nvSpPr>
        <p:spPr>
          <a:xfrm>
            <a:off x="3057525" y="3022127"/>
            <a:ext cx="3023236" cy="20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ECFB9-EAE2-A85C-8709-907801A96952}"/>
              </a:ext>
            </a:extLst>
          </p:cNvPr>
          <p:cNvSpPr/>
          <p:nvPr/>
        </p:nvSpPr>
        <p:spPr>
          <a:xfrm>
            <a:off x="2895600" y="6853716"/>
            <a:ext cx="3023236" cy="337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B33D9-7270-DD7F-A5CD-A72C76E14DE7}"/>
              </a:ext>
            </a:extLst>
          </p:cNvPr>
          <p:cNvSpPr/>
          <p:nvPr/>
        </p:nvSpPr>
        <p:spPr>
          <a:xfrm>
            <a:off x="5262563" y="7282341"/>
            <a:ext cx="1237298" cy="337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21A6A-109B-09FD-0620-3282B8B65A82}"/>
              </a:ext>
            </a:extLst>
          </p:cNvPr>
          <p:cNvSpPr/>
          <p:nvPr/>
        </p:nvSpPr>
        <p:spPr>
          <a:xfrm>
            <a:off x="476250" y="7113511"/>
            <a:ext cx="700088" cy="1068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D058A-E606-260E-96B5-9CE23A8CECEF}"/>
              </a:ext>
            </a:extLst>
          </p:cNvPr>
          <p:cNvSpPr/>
          <p:nvPr/>
        </p:nvSpPr>
        <p:spPr>
          <a:xfrm>
            <a:off x="477201" y="4160200"/>
            <a:ext cx="700088" cy="2683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7597E-092D-C7A1-DD59-FB31C2296D79}"/>
              </a:ext>
            </a:extLst>
          </p:cNvPr>
          <p:cNvSpPr/>
          <p:nvPr/>
        </p:nvSpPr>
        <p:spPr>
          <a:xfrm>
            <a:off x="4608512" y="371343"/>
            <a:ext cx="2084388" cy="806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42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2049</TotalTime>
  <Words>0</Words>
  <Application>Microsoft Office PowerPoint</Application>
  <PresentationFormat>Letter Paper (8.5x11 in)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Vaughn Staples</dc:creator>
  <cp:lastModifiedBy>Vaughn Staples</cp:lastModifiedBy>
  <cp:revision>2</cp:revision>
  <dcterms:created xsi:type="dcterms:W3CDTF">2026-03-29T15:05:52Z</dcterms:created>
  <dcterms:modified xsi:type="dcterms:W3CDTF">2026-03-31T01:18:04Z</dcterms:modified>
</cp:coreProperties>
</file>