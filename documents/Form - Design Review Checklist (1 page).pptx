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A97C7F-4150-4802-BF5E-9AB8CBE46CB4}" v="3" dt="2026-03-31T04:45:09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313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custSel addSld delSld modSld">
      <pc:chgData name="Vaughn Staples" userId="9a5933822faaa4bf" providerId="LiveId" clId="{BB914C8C-BCA1-484B-9A1F-EBF33ADB071F}" dt="2026-03-31T04:45:09.680" v="5"/>
      <pc:docMkLst>
        <pc:docMk/>
      </pc:docMkLst>
      <pc:sldChg chg="del">
        <pc:chgData name="Vaughn Staples" userId="9a5933822faaa4bf" providerId="LiveId" clId="{BB914C8C-BCA1-484B-9A1F-EBF33ADB071F}" dt="2026-03-31T01:18:01.913" v="0" actId="47"/>
        <pc:sldMkLst>
          <pc:docMk/>
          <pc:sldMk cId="1114002744" sldId="257"/>
        </pc:sldMkLst>
      </pc:sldChg>
      <pc:sldChg chg="addSp delSp modSp new mod">
        <pc:chgData name="Vaughn Staples" userId="9a5933822faaa4bf" providerId="LiveId" clId="{BB914C8C-BCA1-484B-9A1F-EBF33ADB071F}" dt="2026-03-31T04:45:09.680" v="5"/>
        <pc:sldMkLst>
          <pc:docMk/>
          <pc:sldMk cId="1409877459" sldId="257"/>
        </pc:sldMkLst>
        <pc:spChg chg="del">
          <ac:chgData name="Vaughn Staples" userId="9a5933822faaa4bf" providerId="LiveId" clId="{BB914C8C-BCA1-484B-9A1F-EBF33ADB071F}" dt="2026-03-31T04:43:27.751" v="2" actId="478"/>
          <ac:spMkLst>
            <pc:docMk/>
            <pc:sldMk cId="1409877459" sldId="257"/>
            <ac:spMk id="2" creationId="{A4CCC23D-D23A-151E-9B40-AE2A6109E89B}"/>
          </ac:spMkLst>
        </pc:spChg>
        <pc:spChg chg="del">
          <ac:chgData name="Vaughn Staples" userId="9a5933822faaa4bf" providerId="LiveId" clId="{BB914C8C-BCA1-484B-9A1F-EBF33ADB071F}" dt="2026-03-31T04:43:27.751" v="2" actId="478"/>
          <ac:spMkLst>
            <pc:docMk/>
            <pc:sldMk cId="1409877459" sldId="257"/>
            <ac:spMk id="3" creationId="{DF9CE6FE-40F0-5C32-C629-0108F73C7AFD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26" creationId="{FD0EA45E-4B45-2051-0367-B11BFFC63975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27" creationId="{292B4284-02F8-B10F-9F59-10EB0747BF3A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28" creationId="{E38F6455-8D19-D8B0-5B93-7A60260FDBD3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29" creationId="{44D26195-5792-7756-E39C-C256B3B12528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1" creationId="{98240A46-E36A-65FE-6AD6-A25D7A383ECA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2" creationId="{78518A19-E7E7-A98A-35B2-232FBF716662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3" creationId="{6958883A-E981-D68B-D733-85178C7BC489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4" creationId="{4A699FC6-4264-1D6A-6598-26A45283A832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5" creationId="{44C9F80B-5009-D8F0-5F8C-3C29AE93DC32}"/>
          </ac:spMkLst>
        </pc:spChg>
        <pc:spChg chg="add mod">
          <ac:chgData name="Vaughn Staples" userId="9a5933822faaa4bf" providerId="LiveId" clId="{BB914C8C-BCA1-484B-9A1F-EBF33ADB071F}" dt="2026-03-31T04:43:37.454" v="4"/>
          <ac:spMkLst>
            <pc:docMk/>
            <pc:sldMk cId="1409877459" sldId="257"/>
            <ac:spMk id="36" creationId="{A68DDB6F-9EDE-DE19-61ED-0508AC7F805B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59" creationId="{842900B6-3352-F955-ADC2-DD6FF66EB372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0" creationId="{58EE4E07-6F1C-C2FB-CCD6-4D462893BEF0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1" creationId="{ED0314FC-2DC2-C67A-33AC-B56036072E3E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3" creationId="{DFBE1480-CD62-B868-C93F-DDCCD27B457D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4" creationId="{329CA520-2C5F-D816-AD33-E69825BE37BA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5" creationId="{2E87E7A0-02A1-2BF1-A612-B811726AC12B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6" creationId="{589731ED-70F0-E26E-5BCD-DE7E02577CE3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7" creationId="{C8C22436-F400-D185-D86B-FDBEAA892FFF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69" creationId="{8CCF63C6-0F6D-A4FB-EADF-C4AC68A35455}"/>
          </ac:spMkLst>
        </pc:spChg>
        <pc:spChg chg="add mod">
          <ac:chgData name="Vaughn Staples" userId="9a5933822faaa4bf" providerId="LiveId" clId="{BB914C8C-BCA1-484B-9A1F-EBF33ADB071F}" dt="2026-03-31T04:45:09.680" v="5"/>
          <ac:spMkLst>
            <pc:docMk/>
            <pc:sldMk cId="1409877459" sldId="257"/>
            <ac:spMk id="70" creationId="{D8330025-BFB0-A316-4757-32BAA18B4CA3}"/>
          </ac:spMkLst>
        </pc:spChg>
      </pc:sldChg>
      <pc:sldChg chg="del">
        <pc:chgData name="Vaughn Staples" userId="9a5933822faaa4bf" providerId="LiveId" clId="{BB914C8C-BCA1-484B-9A1F-EBF33ADB071F}" dt="2026-03-31T01:18:01.913" v="0" actId="47"/>
        <pc:sldMkLst>
          <pc:docMk/>
          <pc:sldMk cId="2051020928" sldId="258"/>
        </pc:sldMkLst>
      </pc:sldChg>
      <pc:sldChg chg="del">
        <pc:chgData name="Vaughn Staples" userId="9a5933822faaa4bf" providerId="LiveId" clId="{BB914C8C-BCA1-484B-9A1F-EBF33ADB071F}" dt="2026-03-31T01:18:01.913" v="0" actId="47"/>
        <pc:sldMkLst>
          <pc:docMk/>
          <pc:sldMk cId="3884556505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462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5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491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949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506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33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250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908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51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558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C9C7E6-76CE-4D30-A090-A7C3A9CE0E8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0EB529-1680-4747-ABE4-AD0FB1019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930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001783-F2D2-EB55-1300-69A2F135D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1"/>
            <a:ext cx="6858000" cy="890015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11FBBA8-02FC-B750-B91C-801147680724}"/>
              </a:ext>
            </a:extLst>
          </p:cNvPr>
          <p:cNvSpPr/>
          <p:nvPr/>
        </p:nvSpPr>
        <p:spPr>
          <a:xfrm>
            <a:off x="777240" y="1072514"/>
            <a:ext cx="4015740" cy="17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D27279-3480-AAF0-D36E-ADC37B5E0D41}"/>
              </a:ext>
            </a:extLst>
          </p:cNvPr>
          <p:cNvSpPr/>
          <p:nvPr/>
        </p:nvSpPr>
        <p:spPr>
          <a:xfrm>
            <a:off x="777240" y="1576069"/>
            <a:ext cx="4015740" cy="17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009834-5F5A-0DE4-B989-B01086B379A6}"/>
              </a:ext>
            </a:extLst>
          </p:cNvPr>
          <p:cNvSpPr/>
          <p:nvPr/>
        </p:nvSpPr>
        <p:spPr>
          <a:xfrm>
            <a:off x="777240" y="2104069"/>
            <a:ext cx="4015740" cy="1797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2CCDDC-6962-2653-BC5F-83FE27920D9C}"/>
              </a:ext>
            </a:extLst>
          </p:cNvPr>
          <p:cNvSpPr/>
          <p:nvPr/>
        </p:nvSpPr>
        <p:spPr>
          <a:xfrm>
            <a:off x="777240" y="2597150"/>
            <a:ext cx="4015740" cy="2041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86660B-0B89-8DEE-24EF-5CE27BCE6F08}"/>
              </a:ext>
            </a:extLst>
          </p:cNvPr>
          <p:cNvSpPr/>
          <p:nvPr/>
        </p:nvSpPr>
        <p:spPr>
          <a:xfrm>
            <a:off x="777239" y="3114675"/>
            <a:ext cx="5133023" cy="2041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850217-C055-E13E-553D-EC22331666E3}"/>
              </a:ext>
            </a:extLst>
          </p:cNvPr>
          <p:cNvSpPr/>
          <p:nvPr/>
        </p:nvSpPr>
        <p:spPr>
          <a:xfrm>
            <a:off x="777239" y="3337876"/>
            <a:ext cx="5133023" cy="2041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EDEC3B-2C9A-704C-A86E-179C92430FE3}"/>
              </a:ext>
            </a:extLst>
          </p:cNvPr>
          <p:cNvSpPr/>
          <p:nvPr/>
        </p:nvSpPr>
        <p:spPr>
          <a:xfrm>
            <a:off x="3057525" y="3022127"/>
            <a:ext cx="3023236" cy="2041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0ECFB9-EAE2-A85C-8709-907801A96952}"/>
              </a:ext>
            </a:extLst>
          </p:cNvPr>
          <p:cNvSpPr/>
          <p:nvPr/>
        </p:nvSpPr>
        <p:spPr>
          <a:xfrm>
            <a:off x="2895600" y="6853716"/>
            <a:ext cx="3023236" cy="337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B33D9-7270-DD7F-A5CD-A72C76E14DE7}"/>
              </a:ext>
            </a:extLst>
          </p:cNvPr>
          <p:cNvSpPr/>
          <p:nvPr/>
        </p:nvSpPr>
        <p:spPr>
          <a:xfrm>
            <a:off x="5262563" y="7282341"/>
            <a:ext cx="1237298" cy="337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121A6A-109B-09FD-0620-3282B8B65A82}"/>
              </a:ext>
            </a:extLst>
          </p:cNvPr>
          <p:cNvSpPr/>
          <p:nvPr/>
        </p:nvSpPr>
        <p:spPr>
          <a:xfrm>
            <a:off x="476250" y="7113511"/>
            <a:ext cx="700088" cy="10684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0D058A-E606-260E-96B5-9CE23A8CECEF}"/>
              </a:ext>
            </a:extLst>
          </p:cNvPr>
          <p:cNvSpPr/>
          <p:nvPr/>
        </p:nvSpPr>
        <p:spPr>
          <a:xfrm>
            <a:off x="477201" y="4160200"/>
            <a:ext cx="700088" cy="2683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F7597E-092D-C7A1-DD59-FB31C2296D79}"/>
              </a:ext>
            </a:extLst>
          </p:cNvPr>
          <p:cNvSpPr/>
          <p:nvPr/>
        </p:nvSpPr>
        <p:spPr>
          <a:xfrm>
            <a:off x="4608512" y="371343"/>
            <a:ext cx="2084388" cy="806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3422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FCE763-43BA-9DD0-BE15-9F0B7577EE58}"/>
              </a:ext>
            </a:extLst>
          </p:cNvPr>
          <p:cNvCxnSpPr/>
          <p:nvPr/>
        </p:nvCxnSpPr>
        <p:spPr>
          <a:xfrm>
            <a:off x="826770" y="1826260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E345AB6-5824-ECA7-795C-1BDC4AE44956}"/>
              </a:ext>
            </a:extLst>
          </p:cNvPr>
          <p:cNvCxnSpPr/>
          <p:nvPr/>
        </p:nvCxnSpPr>
        <p:spPr>
          <a:xfrm>
            <a:off x="826770" y="2348230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F5417E7-6923-6715-DF6E-D32F2474852D}"/>
              </a:ext>
            </a:extLst>
          </p:cNvPr>
          <p:cNvCxnSpPr/>
          <p:nvPr/>
        </p:nvCxnSpPr>
        <p:spPr>
          <a:xfrm>
            <a:off x="826770" y="2870200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34DC02B-309C-09AF-4A86-B7950A25F915}"/>
              </a:ext>
            </a:extLst>
          </p:cNvPr>
          <p:cNvCxnSpPr/>
          <p:nvPr/>
        </p:nvCxnSpPr>
        <p:spPr>
          <a:xfrm>
            <a:off x="826770" y="3392170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7EE4FF6-E059-FA73-1F8E-C1C2DB4A46A1}"/>
              </a:ext>
            </a:extLst>
          </p:cNvPr>
          <p:cNvCxnSpPr/>
          <p:nvPr/>
        </p:nvCxnSpPr>
        <p:spPr>
          <a:xfrm>
            <a:off x="826770" y="3819525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2715C9C-D8E7-A60A-639B-B1FAA04DF9FA}"/>
              </a:ext>
            </a:extLst>
          </p:cNvPr>
          <p:cNvCxnSpPr/>
          <p:nvPr/>
        </p:nvCxnSpPr>
        <p:spPr>
          <a:xfrm>
            <a:off x="826770" y="4056380"/>
            <a:ext cx="59848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1C3EF6C-A0DB-E87B-903F-E8A916CE0463}"/>
              </a:ext>
            </a:extLst>
          </p:cNvPr>
          <p:cNvCxnSpPr/>
          <p:nvPr/>
        </p:nvCxnSpPr>
        <p:spPr>
          <a:xfrm>
            <a:off x="838200" y="463613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C6808A7-3818-C547-D08B-74AEF5E66D83}"/>
              </a:ext>
            </a:extLst>
          </p:cNvPr>
          <p:cNvCxnSpPr/>
          <p:nvPr/>
        </p:nvCxnSpPr>
        <p:spPr>
          <a:xfrm>
            <a:off x="838200" y="490156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75CD2F4-1070-DE17-3D8F-737D69D0A815}"/>
              </a:ext>
            </a:extLst>
          </p:cNvPr>
          <p:cNvCxnSpPr/>
          <p:nvPr/>
        </p:nvCxnSpPr>
        <p:spPr>
          <a:xfrm>
            <a:off x="838200" y="511492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4448CD-42E4-E79C-9598-974A5298369D}"/>
              </a:ext>
            </a:extLst>
          </p:cNvPr>
          <p:cNvCxnSpPr/>
          <p:nvPr/>
        </p:nvCxnSpPr>
        <p:spPr>
          <a:xfrm>
            <a:off x="838200" y="531050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AA1FEDD-4F51-B93B-C283-31029F4BC5A5}"/>
              </a:ext>
            </a:extLst>
          </p:cNvPr>
          <p:cNvCxnSpPr/>
          <p:nvPr/>
        </p:nvCxnSpPr>
        <p:spPr>
          <a:xfrm>
            <a:off x="838200" y="558292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FDB61F0-1EA1-6A75-94B5-7619160AEBC8}"/>
              </a:ext>
            </a:extLst>
          </p:cNvPr>
          <p:cNvCxnSpPr/>
          <p:nvPr/>
        </p:nvCxnSpPr>
        <p:spPr>
          <a:xfrm>
            <a:off x="838200" y="585597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53171EC-D80A-13BE-EAF1-CFFCD9703BED}"/>
              </a:ext>
            </a:extLst>
          </p:cNvPr>
          <p:cNvCxnSpPr/>
          <p:nvPr/>
        </p:nvCxnSpPr>
        <p:spPr>
          <a:xfrm>
            <a:off x="838200" y="612267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A68E22-2F6A-5352-EF1D-B50E59F0957A}"/>
              </a:ext>
            </a:extLst>
          </p:cNvPr>
          <p:cNvCxnSpPr/>
          <p:nvPr/>
        </p:nvCxnSpPr>
        <p:spPr>
          <a:xfrm>
            <a:off x="838200" y="640143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F53998-7D4C-91E6-C04F-ABE501C7E088}"/>
              </a:ext>
            </a:extLst>
          </p:cNvPr>
          <p:cNvCxnSpPr/>
          <p:nvPr/>
        </p:nvCxnSpPr>
        <p:spPr>
          <a:xfrm>
            <a:off x="838200" y="667448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1E7E127-2FCB-0DA3-47A1-B9F0D51864EF}"/>
              </a:ext>
            </a:extLst>
          </p:cNvPr>
          <p:cNvCxnSpPr/>
          <p:nvPr/>
        </p:nvCxnSpPr>
        <p:spPr>
          <a:xfrm>
            <a:off x="993140" y="682434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2FEBE3A-B39E-2B7B-BBC2-C90EFD540293}"/>
              </a:ext>
            </a:extLst>
          </p:cNvPr>
          <p:cNvCxnSpPr/>
          <p:nvPr/>
        </p:nvCxnSpPr>
        <p:spPr>
          <a:xfrm>
            <a:off x="1147445" y="697865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547D806-2BCB-6A28-B7E2-674A9A048BC3}"/>
              </a:ext>
            </a:extLst>
          </p:cNvPr>
          <p:cNvCxnSpPr/>
          <p:nvPr/>
        </p:nvCxnSpPr>
        <p:spPr>
          <a:xfrm>
            <a:off x="1301750" y="713295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CCC2B3D-7412-077B-C2CF-75F12F7D8430}"/>
              </a:ext>
            </a:extLst>
          </p:cNvPr>
          <p:cNvCxnSpPr/>
          <p:nvPr/>
        </p:nvCxnSpPr>
        <p:spPr>
          <a:xfrm>
            <a:off x="1456690" y="728726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940D7D9-834F-1A11-AF47-25DC92B57345}"/>
              </a:ext>
            </a:extLst>
          </p:cNvPr>
          <p:cNvCxnSpPr/>
          <p:nvPr/>
        </p:nvCxnSpPr>
        <p:spPr>
          <a:xfrm>
            <a:off x="1610995" y="744156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A939435-C872-6FF5-03F7-268880B2025A}"/>
              </a:ext>
            </a:extLst>
          </p:cNvPr>
          <p:cNvCxnSpPr/>
          <p:nvPr/>
        </p:nvCxnSpPr>
        <p:spPr>
          <a:xfrm>
            <a:off x="1765300" y="7595870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6128BA9-E962-5AB6-DA82-532263A6333A}"/>
              </a:ext>
            </a:extLst>
          </p:cNvPr>
          <p:cNvCxnSpPr/>
          <p:nvPr/>
        </p:nvCxnSpPr>
        <p:spPr>
          <a:xfrm>
            <a:off x="838200" y="8728075"/>
            <a:ext cx="436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6">
            <a:extLst>
              <a:ext uri="{FF2B5EF4-FFF2-40B4-BE49-F238E27FC236}">
                <a16:creationId xmlns:a16="http://schemas.microsoft.com/office/drawing/2014/main" id="{842900B6-3352-F955-ADC2-DD6FF66EB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PCB DESIGN REVIEW CHECKLIST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7">
            <a:extLst>
              <a:ext uri="{FF2B5EF4-FFF2-40B4-BE49-F238E27FC236}">
                <a16:creationId xmlns:a16="http://schemas.microsoft.com/office/drawing/2014/main" id="{58EE4E07-6F1C-C2FB-CCD6-4D462893B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PCB Part Number &amp; Revision: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Assembled PCB P/N and Revision: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1" name="Rectangle 58">
            <a:extLst>
              <a:ext uri="{FF2B5EF4-FFF2-40B4-BE49-F238E27FC236}">
                <a16:creationId xmlns:a16="http://schemas.microsoft.com/office/drawing/2014/main" id="{ED0314FC-2DC2-C67A-33AC-B56036072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Engineer: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Date: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Attendees: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</a:b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Part Placement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2" name="Rectangle 59">
            <a:extLst>
              <a:ext uri="{FF2B5EF4-FFF2-40B4-BE49-F238E27FC236}">
                <a16:creationId xmlns:a16="http://schemas.microsoft.com/office/drawing/2014/main" id="{DA70A0AB-812E-DD33-32B8-B15B412F39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1. Polarized components checked ☑ NA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60">
            <a:extLst>
              <a:ext uri="{FF2B5EF4-FFF2-40B4-BE49-F238E27FC236}">
                <a16:creationId xmlns:a16="http://schemas.microsoft.com/office/drawing/2014/main" id="{DFBE1480-CD62-B868-C93F-DDCCD27B4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2. Check the orientation of all connectors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Rectangle 61">
            <a:extLst>
              <a:ext uri="{FF2B5EF4-FFF2-40B4-BE49-F238E27FC236}">
                <a16:creationId xmlns:a16="http://schemas.microsoft.com/office/drawing/2014/main" id="{329CA520-2C5F-D816-AD33-E69825BE37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3. Minimum component body spacing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5" name="Rectangle 62">
            <a:extLst>
              <a:ext uri="{FF2B5EF4-FFF2-40B4-BE49-F238E27FC236}">
                <a16:creationId xmlns:a16="http://schemas.microsoft.com/office/drawing/2014/main" id="{2E87E7A0-02A1-2BF1-A612-B811726AC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4. Bypass capacitors located close to IC power pins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6" name="Rectangle 63">
            <a:extLst>
              <a:ext uri="{FF2B5EF4-FFF2-40B4-BE49-F238E27FC236}">
                <a16:creationId xmlns:a16="http://schemas.microsoft.com/office/drawing/2014/main" id="{589731ED-70F0-E26E-5BCD-DE7E02577C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5. Verify that all series terminators are located near the source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7" name="Rectangle 64">
            <a:extLst>
              <a:ext uri="{FF2B5EF4-FFF2-40B4-BE49-F238E27FC236}">
                <a16:creationId xmlns:a16="http://schemas.microsoft.com/office/drawing/2014/main" id="{C8C22436-F400-D185-D86B-FDBEAA892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6.1/0 drivers near where their signals leave the board NA ☑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7. PCB has ground turrets, power rail test points, and test points for important signals, all labeled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65">
            <a:extLst>
              <a:ext uri="{FF2B5EF4-FFF2-40B4-BE49-F238E27FC236}">
                <a16:creationId xmlns:a16="http://schemas.microsoft.com/office/drawing/2014/main" id="{2281444B-9AF2-F922-6E4C-E671C8F54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8. EMI and RFI filtering as close as possible to exit and entry points in shielded areas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66">
            <a:extLst>
              <a:ext uri="{FF2B5EF4-FFF2-40B4-BE49-F238E27FC236}">
                <a16:creationId xmlns:a16="http://schemas.microsoft.com/office/drawing/2014/main" id="{8CCF63C6-0F6D-A4FB-EADF-C4AC68A354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9. Mounting holes electrically isolated or not ☑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10. Proper mounting hole clearance for hardware ✓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11. SMD pad shapes checked NAN/A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12. Sufficient clearance for socketed ICs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13. SMD component orientation consistent Routing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14. Footprints verified against manufacturer datasheet (new parts) 8/16 MA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15. Check for traces running under noisy or sensitive components ✓✓ </a:t>
            </a:r>
            <a:endParaRPr kumimoji="0" lang="en-US" altLang="en-US" sz="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67">
            <a:extLst>
              <a:ext uri="{FF2B5EF4-FFF2-40B4-BE49-F238E27FC236}">
                <a16:creationId xmlns:a16="http://schemas.microsoft.com/office/drawing/2014/main" id="{D8330025-BFB0-A316-4757-32BAA18B4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16.Provide multiple vias for high current and/or low impedance traces 4/9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877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2257</TotalTime>
  <Words>210</Words>
  <Application>Microsoft Office PowerPoint</Application>
  <PresentationFormat>Letter Paper (8.5x11 in)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2</cp:revision>
  <dcterms:created xsi:type="dcterms:W3CDTF">2026-03-29T15:05:52Z</dcterms:created>
  <dcterms:modified xsi:type="dcterms:W3CDTF">2026-03-31T04:45:19Z</dcterms:modified>
</cp:coreProperties>
</file>